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9247-7615-47E5-BB9A-00F979B9DD53}" v="12" dt="2026-01-17T12:37:52.613"/>
    <p1510:client id="{A4DF2328-88FF-424A-8E6A-94C8A2379108}" v="31" dt="2026-01-17T10:12:5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undo custSel modSld">
      <pc:chgData name="Om Mahajan" userId="0a3426acc2b1053c" providerId="LiveId" clId="{8D0C48EC-9AEE-4607-80EA-9884BCA491CD}" dt="2026-01-17T12:37:59.324" v="76" actId="1038"/>
      <pc:docMkLst>
        <pc:docMk/>
      </pc:docMkLst>
      <pc:sldChg chg="addSp modSp mod">
        <pc:chgData name="Om Mahajan" userId="0a3426acc2b1053c" providerId="LiveId" clId="{8D0C48EC-9AEE-4607-80EA-9884BCA491CD}" dt="2026-01-17T12:37:59.324" v="76" actId="1038"/>
        <pc:sldMkLst>
          <pc:docMk/>
          <pc:sldMk cId="1527804424" sldId="256"/>
        </pc:sldMkLst>
        <pc:spChg chg="add mod">
          <ac:chgData name="Om Mahajan" userId="0a3426acc2b1053c" providerId="LiveId" clId="{8D0C48EC-9AEE-4607-80EA-9884BCA491CD}" dt="2026-01-17T12:34:28.911" v="24" actId="1076"/>
          <ac:spMkLst>
            <pc:docMk/>
            <pc:sldMk cId="1527804424" sldId="256"/>
            <ac:spMk id="2" creationId="{BC36E21D-56E1-70A4-D6FD-1C05A606E47A}"/>
          </ac:spMkLst>
        </pc:spChg>
        <pc:spChg chg="mod">
          <ac:chgData name="Om Mahajan" userId="0a3426acc2b1053c" providerId="LiveId" clId="{8D0C48EC-9AEE-4607-80EA-9884BCA491CD}" dt="2026-01-17T12:37:59.324" v="76" actId="1038"/>
          <ac:spMkLst>
            <pc:docMk/>
            <pc:sldMk cId="1527804424" sldId="256"/>
            <ac:spMk id="8" creationId="{5DE973F2-DB1D-9E23-00CF-F1A223D9DDBC}"/>
          </ac:spMkLst>
        </pc:spChg>
        <pc:spChg chg="mod">
          <ac:chgData name="Om Mahajan" userId="0a3426acc2b1053c" providerId="LiveId" clId="{8D0C48EC-9AEE-4607-80EA-9884BCA491CD}" dt="2026-01-17T12:37:46.073" v="69" actId="1076"/>
          <ac:spMkLst>
            <pc:docMk/>
            <pc:sldMk cId="1527804424" sldId="256"/>
            <ac:spMk id="12" creationId="{94C32430-A245-0ABD-E432-0F5139F59854}"/>
          </ac:spMkLst>
        </pc:spChg>
        <pc:spChg chg="mod">
          <ac:chgData name="Om Mahajan" userId="0a3426acc2b1053c" providerId="LiveId" clId="{8D0C48EC-9AEE-4607-80EA-9884BCA491CD}" dt="2026-01-17T12:37:46.898" v="71" actId="1076"/>
          <ac:spMkLst>
            <pc:docMk/>
            <pc:sldMk cId="1527804424" sldId="256"/>
            <ac:spMk id="18" creationId="{1C80CC1B-C0E5-8E7F-F4D4-E4CF03FB05D5}"/>
          </ac:spMkLst>
        </pc:spChg>
      </pc:sldChg>
      <pc:sldChg chg="addSp modSp">
        <pc:chgData name="Om Mahajan" userId="0a3426acc2b1053c" providerId="LiveId" clId="{8D0C48EC-9AEE-4607-80EA-9884BCA491CD}" dt="2026-01-17T12:34:34.283" v="25"/>
        <pc:sldMkLst>
          <pc:docMk/>
          <pc:sldMk cId="1088899489" sldId="257"/>
        </pc:sldMkLst>
        <pc:spChg chg="add mod">
          <ac:chgData name="Om Mahajan" userId="0a3426acc2b1053c" providerId="LiveId" clId="{8D0C48EC-9AEE-4607-80EA-9884BCA491CD}" dt="2026-01-17T12:34:34.283" v="25"/>
          <ac:spMkLst>
            <pc:docMk/>
            <pc:sldMk cId="1088899489" sldId="257"/>
            <ac:spMk id="5" creationId="{F4D83DF2-E0AF-BD9D-AC58-CBC03776B96B}"/>
          </ac:spMkLst>
        </pc:spChg>
      </pc:sldChg>
      <pc:sldChg chg="addSp modSp mod">
        <pc:chgData name="Om Mahajan" userId="0a3426acc2b1053c" providerId="LiveId" clId="{8D0C48EC-9AEE-4607-80EA-9884BCA491CD}" dt="2026-01-17T12:37:44.777" v="65" actId="1076"/>
        <pc:sldMkLst>
          <pc:docMk/>
          <pc:sldMk cId="538188997" sldId="258"/>
        </pc:sldMkLst>
        <pc:spChg chg="add mod">
          <ac:chgData name="Om Mahajan" userId="0a3426acc2b1053c" providerId="LiveId" clId="{8D0C48EC-9AEE-4607-80EA-9884BCA491CD}" dt="2026-01-17T12:34:49.769" v="26"/>
          <ac:spMkLst>
            <pc:docMk/>
            <pc:sldMk cId="538188997" sldId="258"/>
            <ac:spMk id="2" creationId="{003B69F9-D07B-40B9-1602-B0BA53A9E376}"/>
          </ac:spMkLst>
        </pc:spChg>
        <pc:spChg chg="mod">
          <ac:chgData name="Om Mahajan" userId="0a3426acc2b1053c" providerId="LiveId" clId="{8D0C48EC-9AEE-4607-80EA-9884BCA491CD}" dt="2026-01-17T12:37:44.533" v="64" actId="1076"/>
          <ac:spMkLst>
            <pc:docMk/>
            <pc:sldMk cId="538188997" sldId="258"/>
            <ac:spMk id="8" creationId="{8010E8C2-A089-EDA5-A195-4ECBF37E043E}"/>
          </ac:spMkLst>
        </pc:spChg>
        <pc:spChg chg="mod">
          <ac:chgData name="Om Mahajan" userId="0a3426acc2b1053c" providerId="LiveId" clId="{8D0C48EC-9AEE-4607-80EA-9884BCA491CD}" dt="2026-01-17T12:37:44.343" v="63" actId="1076"/>
          <ac:spMkLst>
            <pc:docMk/>
            <pc:sldMk cId="538188997" sldId="258"/>
            <ac:spMk id="12" creationId="{2063EFE6-8F9B-656A-47E4-1B87A9AFAD3F}"/>
          </ac:spMkLst>
        </pc:spChg>
        <pc:spChg chg="mod">
          <ac:chgData name="Om Mahajan" userId="0a3426acc2b1053c" providerId="LiveId" clId="{8D0C48EC-9AEE-4607-80EA-9884BCA491CD}" dt="2026-01-17T12:37:44.777" v="65" actId="1076"/>
          <ac:spMkLst>
            <pc:docMk/>
            <pc:sldMk cId="538188997" sldId="258"/>
            <ac:spMk id="18" creationId="{66CCD540-0052-B39F-B96C-B6A95D124B48}"/>
          </ac:spMkLst>
        </pc:spChg>
      </pc:sldChg>
      <pc:sldChg chg="addSp modSp">
        <pc:chgData name="Om Mahajan" userId="0a3426acc2b1053c" providerId="LiveId" clId="{8D0C48EC-9AEE-4607-80EA-9884BCA491CD}" dt="2026-01-17T12:34:52.420" v="27"/>
        <pc:sldMkLst>
          <pc:docMk/>
          <pc:sldMk cId="2480531741" sldId="259"/>
        </pc:sldMkLst>
        <pc:spChg chg="add mod">
          <ac:chgData name="Om Mahajan" userId="0a3426acc2b1053c" providerId="LiveId" clId="{8D0C48EC-9AEE-4607-80EA-9884BCA491CD}" dt="2026-01-17T12:34:52.420" v="27"/>
          <ac:spMkLst>
            <pc:docMk/>
            <pc:sldMk cId="2480531741" sldId="259"/>
            <ac:spMk id="5" creationId="{A97EA2D5-1868-6B15-829C-78002FE4ABFD}"/>
          </ac:spMkLst>
        </pc:spChg>
      </pc:sldChg>
      <pc:sldChg chg="addSp modSp mod">
        <pc:chgData name="Om Mahajan" userId="0a3426acc2b1053c" providerId="LiveId" clId="{8D0C48EC-9AEE-4607-80EA-9884BCA491CD}" dt="2026-01-17T12:37:44.062" v="62" actId="1076"/>
        <pc:sldMkLst>
          <pc:docMk/>
          <pc:sldMk cId="2116723414" sldId="260"/>
        </pc:sldMkLst>
        <pc:spChg chg="add mod">
          <ac:chgData name="Om Mahajan" userId="0a3426acc2b1053c" providerId="LiveId" clId="{8D0C48EC-9AEE-4607-80EA-9884BCA491CD}" dt="2026-01-17T12:34:54.496" v="28"/>
          <ac:spMkLst>
            <pc:docMk/>
            <pc:sldMk cId="2116723414" sldId="260"/>
            <ac:spMk id="2" creationId="{2C9851B2-34FC-C11E-313E-96414FCE772F}"/>
          </ac:spMkLst>
        </pc:spChg>
        <pc:spChg chg="mod">
          <ac:chgData name="Om Mahajan" userId="0a3426acc2b1053c" providerId="LiveId" clId="{8D0C48EC-9AEE-4607-80EA-9884BCA491CD}" dt="2026-01-17T12:37:43.881" v="61" actId="1076"/>
          <ac:spMkLst>
            <pc:docMk/>
            <pc:sldMk cId="2116723414" sldId="260"/>
            <ac:spMk id="8" creationId="{DBD9B6A4-2CC3-9427-D5E8-8F5A3E1E8711}"/>
          </ac:spMkLst>
        </pc:spChg>
        <pc:spChg chg="mod">
          <ac:chgData name="Om Mahajan" userId="0a3426acc2b1053c" providerId="LiveId" clId="{8D0C48EC-9AEE-4607-80EA-9884BCA491CD}" dt="2026-01-17T12:37:43.700" v="60" actId="1076"/>
          <ac:spMkLst>
            <pc:docMk/>
            <pc:sldMk cId="2116723414" sldId="260"/>
            <ac:spMk id="12" creationId="{16077A57-20C7-9184-8515-0A0E0E5992B5}"/>
          </ac:spMkLst>
        </pc:spChg>
        <pc:spChg chg="mod">
          <ac:chgData name="Om Mahajan" userId="0a3426acc2b1053c" providerId="LiveId" clId="{8D0C48EC-9AEE-4607-80EA-9884BCA491CD}" dt="2026-01-17T12:37:44.062" v="62" actId="1076"/>
          <ac:spMkLst>
            <pc:docMk/>
            <pc:sldMk cId="2116723414" sldId="260"/>
            <ac:spMk id="18" creationId="{CC0016A4-C39B-50CF-2525-B711BE8231BF}"/>
          </ac:spMkLst>
        </pc:spChg>
      </pc:sldChg>
      <pc:sldChg chg="addSp modSp">
        <pc:chgData name="Om Mahajan" userId="0a3426acc2b1053c" providerId="LiveId" clId="{8D0C48EC-9AEE-4607-80EA-9884BCA491CD}" dt="2026-01-17T12:34:56.477" v="29"/>
        <pc:sldMkLst>
          <pc:docMk/>
          <pc:sldMk cId="1855746504" sldId="261"/>
        </pc:sldMkLst>
        <pc:spChg chg="add mod">
          <ac:chgData name="Om Mahajan" userId="0a3426acc2b1053c" providerId="LiveId" clId="{8D0C48EC-9AEE-4607-80EA-9884BCA491CD}" dt="2026-01-17T12:34:56.477" v="29"/>
          <ac:spMkLst>
            <pc:docMk/>
            <pc:sldMk cId="1855746504" sldId="261"/>
            <ac:spMk id="5" creationId="{393FE922-5C16-5089-BF91-BC0C0B721AB6}"/>
          </ac:spMkLst>
        </pc:spChg>
      </pc:sldChg>
      <pc:sldChg chg="addSp modSp mod">
        <pc:chgData name="Om Mahajan" userId="0a3426acc2b1053c" providerId="LiveId" clId="{8D0C48EC-9AEE-4607-80EA-9884BCA491CD}" dt="2026-01-17T12:37:43.509" v="59" actId="1076"/>
        <pc:sldMkLst>
          <pc:docMk/>
          <pc:sldMk cId="1704757593" sldId="262"/>
        </pc:sldMkLst>
        <pc:spChg chg="add mod">
          <ac:chgData name="Om Mahajan" userId="0a3426acc2b1053c" providerId="LiveId" clId="{8D0C48EC-9AEE-4607-80EA-9884BCA491CD}" dt="2026-01-17T12:35:00.651" v="31"/>
          <ac:spMkLst>
            <pc:docMk/>
            <pc:sldMk cId="1704757593" sldId="262"/>
            <ac:spMk id="2" creationId="{6FEFFACD-BE8E-610F-3FAF-997059EEFEE1}"/>
          </ac:spMkLst>
        </pc:spChg>
        <pc:spChg chg="mod">
          <ac:chgData name="Om Mahajan" userId="0a3426acc2b1053c" providerId="LiveId" clId="{8D0C48EC-9AEE-4607-80EA-9884BCA491CD}" dt="2026-01-17T12:37:43.331" v="58" actId="1076"/>
          <ac:spMkLst>
            <pc:docMk/>
            <pc:sldMk cId="1704757593" sldId="262"/>
            <ac:spMk id="8" creationId="{5D8C8234-7391-BC7F-837F-664091DB61A4}"/>
          </ac:spMkLst>
        </pc:spChg>
        <pc:spChg chg="mod">
          <ac:chgData name="Om Mahajan" userId="0a3426acc2b1053c" providerId="LiveId" clId="{8D0C48EC-9AEE-4607-80EA-9884BCA491CD}" dt="2026-01-17T12:37:43.074" v="57" actId="1076"/>
          <ac:spMkLst>
            <pc:docMk/>
            <pc:sldMk cId="1704757593" sldId="262"/>
            <ac:spMk id="12" creationId="{496AA8C2-C193-7D1A-0411-498D32A20406}"/>
          </ac:spMkLst>
        </pc:spChg>
        <pc:spChg chg="mod">
          <ac:chgData name="Om Mahajan" userId="0a3426acc2b1053c" providerId="LiveId" clId="{8D0C48EC-9AEE-4607-80EA-9884BCA491CD}" dt="2026-01-17T12:37:43.509" v="59" actId="1076"/>
          <ac:spMkLst>
            <pc:docMk/>
            <pc:sldMk cId="1704757593" sldId="262"/>
            <ac:spMk id="18" creationId="{9E01987F-E219-81E1-5120-0BC3179EAA79}"/>
          </ac:spMkLst>
        </pc:spChg>
      </pc:sldChg>
      <pc:sldChg chg="addSp modSp">
        <pc:chgData name="Om Mahajan" userId="0a3426acc2b1053c" providerId="LiveId" clId="{8D0C48EC-9AEE-4607-80EA-9884BCA491CD}" dt="2026-01-17T12:34:58.910" v="30"/>
        <pc:sldMkLst>
          <pc:docMk/>
          <pc:sldMk cId="3330540281" sldId="263"/>
        </pc:sldMkLst>
        <pc:spChg chg="add mod">
          <ac:chgData name="Om Mahajan" userId="0a3426acc2b1053c" providerId="LiveId" clId="{8D0C48EC-9AEE-4607-80EA-9884BCA491CD}" dt="2026-01-17T12:34:58.910" v="30"/>
          <ac:spMkLst>
            <pc:docMk/>
            <pc:sldMk cId="3330540281" sldId="263"/>
            <ac:spMk id="5" creationId="{50FC139C-6088-F016-5F78-11B7CED418A5}"/>
          </ac:spMkLst>
        </pc:spChg>
      </pc:sldChg>
      <pc:sldChg chg="addSp modSp mod">
        <pc:chgData name="Om Mahajan" userId="0a3426acc2b1053c" providerId="LiveId" clId="{8D0C48EC-9AEE-4607-80EA-9884BCA491CD}" dt="2026-01-17T12:37:42.355" v="55" actId="1076"/>
        <pc:sldMkLst>
          <pc:docMk/>
          <pc:sldMk cId="1409151849" sldId="264"/>
        </pc:sldMkLst>
        <pc:spChg chg="add mod">
          <ac:chgData name="Om Mahajan" userId="0a3426acc2b1053c" providerId="LiveId" clId="{8D0C48EC-9AEE-4607-80EA-9884BCA491CD}" dt="2026-01-17T12:35:02.689" v="32"/>
          <ac:spMkLst>
            <pc:docMk/>
            <pc:sldMk cId="1409151849" sldId="264"/>
            <ac:spMk id="7" creationId="{96E60F3C-B273-F44E-C9D3-40F8E38008A4}"/>
          </ac:spMkLst>
        </pc:spChg>
        <pc:spChg chg="mod">
          <ac:chgData name="Om Mahajan" userId="0a3426acc2b1053c" providerId="LiveId" clId="{8D0C48EC-9AEE-4607-80EA-9884BCA491CD}" dt="2026-01-17T12:37:40.456" v="54" actId="1076"/>
          <ac:spMkLst>
            <pc:docMk/>
            <pc:sldMk cId="1409151849" sldId="264"/>
            <ac:spMk id="8" creationId="{7526B139-FAA8-703A-1DDC-1E33FCADB9F8}"/>
          </ac:spMkLst>
        </pc:spChg>
        <pc:spChg chg="mod">
          <ac:chgData name="Om Mahajan" userId="0a3426acc2b1053c" providerId="LiveId" clId="{8D0C48EC-9AEE-4607-80EA-9884BCA491CD}" dt="2026-01-17T12:37:40.072" v="53" actId="1076"/>
          <ac:spMkLst>
            <pc:docMk/>
            <pc:sldMk cId="1409151849" sldId="264"/>
            <ac:spMk id="12" creationId="{1131FCAD-5DA3-3B78-B5FE-2E9B71134C58}"/>
          </ac:spMkLst>
        </pc:spChg>
        <pc:spChg chg="mod">
          <ac:chgData name="Om Mahajan" userId="0a3426acc2b1053c" providerId="LiveId" clId="{8D0C48EC-9AEE-4607-80EA-9884BCA491CD}" dt="2026-01-17T12:37:42.355" v="55" actId="1076"/>
          <ac:spMkLst>
            <pc:docMk/>
            <pc:sldMk cId="1409151849" sldId="264"/>
            <ac:spMk id="18" creationId="{0BCDBD3A-D634-34AD-14E4-51880B502733}"/>
          </ac:spMkLst>
        </pc:spChg>
      </pc:sldChg>
      <pc:sldChg chg="addSp modSp">
        <pc:chgData name="Om Mahajan" userId="0a3426acc2b1053c" providerId="LiveId" clId="{8D0C48EC-9AEE-4607-80EA-9884BCA491CD}" dt="2026-01-17T12:35:04.545" v="33"/>
        <pc:sldMkLst>
          <pc:docMk/>
          <pc:sldMk cId="109049992" sldId="265"/>
        </pc:sldMkLst>
        <pc:spChg chg="add mod">
          <ac:chgData name="Om Mahajan" userId="0a3426acc2b1053c" providerId="LiveId" clId="{8D0C48EC-9AEE-4607-80EA-9884BCA491CD}" dt="2026-01-17T12:35:04.545" v="33"/>
          <ac:spMkLst>
            <pc:docMk/>
            <pc:sldMk cId="109049992" sldId="265"/>
            <ac:spMk id="5" creationId="{52403279-9E39-3876-60DC-C8F2041227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902036-8E21-FF84-D39A-4AB01D85F738}"/>
              </a:ext>
            </a:extLst>
          </p:cNvPr>
          <p:cNvSpPr txBox="1"/>
          <p:nvPr/>
        </p:nvSpPr>
        <p:spPr>
          <a:xfrm>
            <a:off x="2012734" y="303413"/>
            <a:ext cx="2776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Experiment –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973F2-DB1D-9E23-00CF-F1A223D9DDBC}"/>
              </a:ext>
            </a:extLst>
          </p:cNvPr>
          <p:cNvSpPr txBox="1"/>
          <p:nvPr/>
        </p:nvSpPr>
        <p:spPr>
          <a:xfrm>
            <a:off x="116048" y="2088833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D6940-1997-A071-8130-4D30D187DC1B}"/>
              </a:ext>
            </a:extLst>
          </p:cNvPr>
          <p:cNvSpPr txBox="1"/>
          <p:nvPr/>
        </p:nvSpPr>
        <p:spPr>
          <a:xfrm>
            <a:off x="995936" y="3144160"/>
            <a:ext cx="5221109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STEP 1 : Start</a:t>
            </a:r>
          </a:p>
          <a:p>
            <a:r>
              <a:rPr lang="en-IN" sz="2400" dirty="0"/>
              <a:t>STEP 2 : Input  a, b, c</a:t>
            </a:r>
          </a:p>
          <a:p>
            <a:r>
              <a:rPr lang="en-IN" sz="2400" dirty="0"/>
              <a:t>STEP 3 : Calculate</a:t>
            </a:r>
          </a:p>
          <a:p>
            <a:r>
              <a:rPr lang="en-IN" sz="2400" dirty="0"/>
              <a:t>		  	D = b*b – 4*a*c</a:t>
            </a:r>
          </a:p>
          <a:p>
            <a:r>
              <a:rPr lang="en-IN" sz="2400" dirty="0"/>
              <a:t>STEP 4 : if D &gt; 0</a:t>
            </a:r>
          </a:p>
          <a:p>
            <a:r>
              <a:rPr lang="en-IN" sz="2400" dirty="0"/>
              <a:t>				root1 = (-b+√D)/(2*a)</a:t>
            </a:r>
          </a:p>
          <a:p>
            <a:r>
              <a:rPr lang="en-IN" sz="2400" dirty="0"/>
              <a:t>				root2 = (-b-√D)/(2*a)</a:t>
            </a:r>
          </a:p>
          <a:p>
            <a:r>
              <a:rPr lang="en-IN" sz="2400" dirty="0"/>
              <a:t>		  	else if D==0</a:t>
            </a:r>
          </a:p>
          <a:p>
            <a:r>
              <a:rPr lang="en-IN" sz="2400" dirty="0"/>
              <a:t>				root1 = root2 = (-b)/(2*a)</a:t>
            </a:r>
          </a:p>
          <a:p>
            <a:r>
              <a:rPr lang="en-IN" sz="2400" dirty="0"/>
              <a:t>			else</a:t>
            </a:r>
          </a:p>
          <a:p>
            <a:r>
              <a:rPr lang="en-IN" sz="2400" dirty="0"/>
              <a:t>				real = (-b)/(2*a)</a:t>
            </a:r>
          </a:p>
          <a:p>
            <a:r>
              <a:rPr lang="en-IN" sz="2400" dirty="0"/>
              <a:t>				imaginary = (√-D)/(2*a)</a:t>
            </a:r>
          </a:p>
          <a:p>
            <a:r>
              <a:rPr lang="en-IN" sz="2400" dirty="0"/>
              <a:t>				root1 = real + imaginary</a:t>
            </a:r>
          </a:p>
          <a:p>
            <a:r>
              <a:rPr lang="en-IN" sz="2400" dirty="0"/>
              <a:t>				root2 = real - imaginary</a:t>
            </a:r>
          </a:p>
          <a:p>
            <a:r>
              <a:rPr lang="en-IN" sz="2400" dirty="0"/>
              <a:t>			</a:t>
            </a:r>
          </a:p>
          <a:p>
            <a:r>
              <a:rPr lang="en-IN" sz="2400" dirty="0"/>
              <a:t>STEP 5 : Print root1, root2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0CC1B-C0E5-8E7F-F4D4-E4CF03FB05D5}"/>
              </a:ext>
            </a:extLst>
          </p:cNvPr>
          <p:cNvSpPr txBox="1"/>
          <p:nvPr/>
        </p:nvSpPr>
        <p:spPr>
          <a:xfrm>
            <a:off x="116048" y="1257836"/>
            <a:ext cx="50708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2.1.1 	</a:t>
            </a:r>
            <a:r>
              <a:rPr lang="en-US" sz="2400" dirty="0"/>
              <a:t>Roots of a Quadratic Equation</a:t>
            </a:r>
            <a:endParaRPr lang="en-US" dirty="0"/>
          </a:p>
          <a:p>
            <a:endParaRPr lang="en-IN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36E21D-56E1-70A4-D6FD-1C05A606E47A}"/>
              </a:ext>
            </a:extLst>
          </p:cNvPr>
          <p:cNvSpPr txBox="1"/>
          <p:nvPr/>
        </p:nvSpPr>
        <p:spPr>
          <a:xfrm>
            <a:off x="4789456" y="115057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52780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A48F-A50F-F1A8-F03C-6BCB344C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672031-AD36-4FC2-0769-594763AC34E1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65FE5C-95C0-A065-E4BD-DC91816019B2}"/>
              </a:ext>
            </a:extLst>
          </p:cNvPr>
          <p:cNvSpPr/>
          <p:nvPr/>
        </p:nvSpPr>
        <p:spPr>
          <a:xfrm>
            <a:off x="2909190" y="472004"/>
            <a:ext cx="1112520" cy="7559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D407D073-7B00-47A4-02EF-DCD51BA5F8BB}"/>
              </a:ext>
            </a:extLst>
          </p:cNvPr>
          <p:cNvSpPr/>
          <p:nvPr/>
        </p:nvSpPr>
        <p:spPr>
          <a:xfrm>
            <a:off x="2059128" y="1597210"/>
            <a:ext cx="2812644" cy="460289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Input</a:t>
            </a:r>
            <a:r>
              <a:rPr lang="en-IN" dirty="0">
                <a:solidFill>
                  <a:schemeClr val="tx1"/>
                </a:solidFill>
              </a:rPr>
              <a:t> a, b,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85354-9D14-C019-FE7F-E9E91037D777}"/>
              </a:ext>
            </a:extLst>
          </p:cNvPr>
          <p:cNvSpPr txBox="1"/>
          <p:nvPr/>
        </p:nvSpPr>
        <p:spPr>
          <a:xfrm>
            <a:off x="0" y="89136"/>
            <a:ext cx="1860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1BBEC8-2342-3002-2B69-3DB0C5585F97}"/>
              </a:ext>
            </a:extLst>
          </p:cNvPr>
          <p:cNvSpPr/>
          <p:nvPr/>
        </p:nvSpPr>
        <p:spPr>
          <a:xfrm>
            <a:off x="2056081" y="2472003"/>
            <a:ext cx="2812639" cy="631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 = b*b-(4*a*c)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AA4E7A10-5B2B-D773-3B94-AB21F258411E}"/>
              </a:ext>
            </a:extLst>
          </p:cNvPr>
          <p:cNvSpPr/>
          <p:nvPr/>
        </p:nvSpPr>
        <p:spPr>
          <a:xfrm>
            <a:off x="2642675" y="3567966"/>
            <a:ext cx="1645551" cy="68011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d &gt; 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642A8-D972-EEC8-9B9E-335AC9049C34}"/>
              </a:ext>
            </a:extLst>
          </p:cNvPr>
          <p:cNvSpPr/>
          <p:nvPr/>
        </p:nvSpPr>
        <p:spPr>
          <a:xfrm>
            <a:off x="-6067" y="5114391"/>
            <a:ext cx="2633501" cy="11950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root1 = (-b + </a:t>
            </a:r>
            <a:r>
              <a:rPr lang="en-IN" sz="1600" dirty="0">
                <a:solidFill>
                  <a:schemeClr val="tx1"/>
                </a:solidFill>
              </a:rPr>
              <a:t>√ </a:t>
            </a:r>
            <a:r>
              <a:rPr lang="en-US" sz="1600" dirty="0">
                <a:solidFill>
                  <a:schemeClr val="tx1"/>
                </a:solidFill>
              </a:rPr>
              <a:t>D)/(2*a)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root2 = (-b - </a:t>
            </a:r>
            <a:r>
              <a:rPr lang="en-IN" sz="1600" dirty="0">
                <a:solidFill>
                  <a:schemeClr val="tx1"/>
                </a:solidFill>
              </a:rPr>
              <a:t>√D</a:t>
            </a:r>
            <a:r>
              <a:rPr lang="en-US" sz="1600" dirty="0">
                <a:solidFill>
                  <a:schemeClr val="tx1"/>
                </a:solidFill>
              </a:rPr>
              <a:t>)/(2*a)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17029C3E-A5D1-A797-FDB8-CB2EFEB06DFB}"/>
              </a:ext>
            </a:extLst>
          </p:cNvPr>
          <p:cNvSpPr/>
          <p:nvPr/>
        </p:nvSpPr>
        <p:spPr>
          <a:xfrm>
            <a:off x="4576447" y="4303392"/>
            <a:ext cx="1645552" cy="98966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Else if d = 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BFFAD0-0EDF-9B45-BFCD-16D80D8FA5D9}"/>
              </a:ext>
            </a:extLst>
          </p:cNvPr>
          <p:cNvSpPr/>
          <p:nvPr/>
        </p:nvSpPr>
        <p:spPr>
          <a:xfrm>
            <a:off x="2687540" y="6183730"/>
            <a:ext cx="1828800" cy="11011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root1 = (-b)/(2*a)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root2 = (-b)/(2*a)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9" name="Flowchart: Data 18">
            <a:extLst>
              <a:ext uri="{FF2B5EF4-FFF2-40B4-BE49-F238E27FC236}">
                <a16:creationId xmlns:a16="http://schemas.microsoft.com/office/drawing/2014/main" id="{31B14F4E-7DF5-058C-5BFC-8A63759D9C8E}"/>
              </a:ext>
            </a:extLst>
          </p:cNvPr>
          <p:cNvSpPr/>
          <p:nvPr/>
        </p:nvSpPr>
        <p:spPr>
          <a:xfrm>
            <a:off x="1808081" y="8404801"/>
            <a:ext cx="3795122" cy="460289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Print root1, root2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69FB43-9AA4-8606-52C7-02D32E56A9E1}"/>
              </a:ext>
            </a:extLst>
          </p:cNvPr>
          <p:cNvSpPr/>
          <p:nvPr/>
        </p:nvSpPr>
        <p:spPr>
          <a:xfrm>
            <a:off x="3171675" y="9056044"/>
            <a:ext cx="1112520" cy="7559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1F3FBB-4208-4773-E876-11445BB336FA}"/>
              </a:ext>
            </a:extLst>
          </p:cNvPr>
          <p:cNvCxnSpPr>
            <a:cxnSpLocks/>
            <a:stCxn id="4" idx="4"/>
            <a:endCxn id="6" idx="1"/>
          </p:cNvCxnSpPr>
          <p:nvPr/>
        </p:nvCxnSpPr>
        <p:spPr>
          <a:xfrm>
            <a:off x="3465450" y="1227908"/>
            <a:ext cx="0" cy="36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65826E-39A2-1ADB-9096-9F7194031BFB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3465450" y="2057499"/>
            <a:ext cx="1" cy="461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37E8E5-9C38-D8E2-183A-255703E1CD2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462401" y="3103743"/>
            <a:ext cx="3050" cy="487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3BE018A-ED71-385F-A47F-58493E1A0CB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292322" y="3908026"/>
            <a:ext cx="1106901" cy="3953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B0414AB-C695-D3FA-A5D3-0E01D3EC1888}"/>
              </a:ext>
            </a:extLst>
          </p:cNvPr>
          <p:cNvCxnSpPr>
            <a:cxnSpLocks/>
            <a:stCxn id="18" idx="1"/>
            <a:endCxn id="15" idx="0"/>
          </p:cNvCxnSpPr>
          <p:nvPr/>
        </p:nvCxnSpPr>
        <p:spPr>
          <a:xfrm rot="10800000" flipV="1">
            <a:off x="1310685" y="3908025"/>
            <a:ext cx="1331991" cy="12063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C3D853C-9BCE-E6AB-7487-24C25B25A9B6}"/>
              </a:ext>
            </a:extLst>
          </p:cNvPr>
          <p:cNvCxnSpPr>
            <a:cxnSpLocks/>
            <a:stCxn id="16" idx="1"/>
            <a:endCxn id="17" idx="0"/>
          </p:cNvCxnSpPr>
          <p:nvPr/>
        </p:nvCxnSpPr>
        <p:spPr>
          <a:xfrm rot="10800000" flipV="1">
            <a:off x="3601941" y="4798226"/>
            <a:ext cx="974507" cy="13855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CF1316A-F94B-4727-2503-AA31590E5272}"/>
              </a:ext>
            </a:extLst>
          </p:cNvPr>
          <p:cNvSpPr/>
          <p:nvPr/>
        </p:nvSpPr>
        <p:spPr>
          <a:xfrm>
            <a:off x="4704939" y="6598650"/>
            <a:ext cx="1944378" cy="10916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root1 = real + </a:t>
            </a:r>
            <a:r>
              <a:rPr lang="en-US" sz="1600" dirty="0" err="1">
                <a:solidFill>
                  <a:schemeClr val="tx1"/>
                </a:solidFill>
              </a:rPr>
              <a:t>img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root2 = real - </a:t>
            </a:r>
            <a:r>
              <a:rPr lang="en-US" sz="1600" dirty="0" err="1">
                <a:solidFill>
                  <a:schemeClr val="tx1"/>
                </a:solidFill>
              </a:rPr>
              <a:t>img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0AEC0-CEC9-9678-4BC9-F58A2E04E591}"/>
              </a:ext>
            </a:extLst>
          </p:cNvPr>
          <p:cNvSpPr txBox="1"/>
          <p:nvPr/>
        </p:nvSpPr>
        <p:spPr>
          <a:xfrm>
            <a:off x="1439820" y="353007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BE84E-BD67-E96E-2A0B-B870564FA509}"/>
              </a:ext>
            </a:extLst>
          </p:cNvPr>
          <p:cNvSpPr txBox="1"/>
          <p:nvPr/>
        </p:nvSpPr>
        <p:spPr>
          <a:xfrm>
            <a:off x="4984974" y="356543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D6F0B0-2AA6-75EB-8389-189483D79293}"/>
              </a:ext>
            </a:extLst>
          </p:cNvPr>
          <p:cNvSpPr txBox="1"/>
          <p:nvPr/>
        </p:nvSpPr>
        <p:spPr>
          <a:xfrm>
            <a:off x="3705642" y="441087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183BD3-B9F9-F4A9-4BD0-74621DBCEE18}"/>
              </a:ext>
            </a:extLst>
          </p:cNvPr>
          <p:cNvSpPr txBox="1"/>
          <p:nvPr/>
        </p:nvSpPr>
        <p:spPr>
          <a:xfrm>
            <a:off x="6174507" y="452375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41220D-BF48-8540-6859-0E98AC72D8D2}"/>
              </a:ext>
            </a:extLst>
          </p:cNvPr>
          <p:cNvSpPr/>
          <p:nvPr/>
        </p:nvSpPr>
        <p:spPr>
          <a:xfrm>
            <a:off x="3420879" y="7829836"/>
            <a:ext cx="776929" cy="3099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983F8D21-9BD2-D78F-0B11-9CE67110D8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89761" y="4768333"/>
            <a:ext cx="12700" cy="575868"/>
          </a:xfrm>
          <a:prstGeom prst="bentConnector4">
            <a:avLst>
              <a:gd name="adj1" fmla="val -360000"/>
              <a:gd name="adj2" fmla="val 25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69346C9-7337-E1D3-2E65-ED7807EDAD24}"/>
              </a:ext>
            </a:extLst>
          </p:cNvPr>
          <p:cNvCxnSpPr>
            <a:cxnSpLocks/>
            <a:stCxn id="15" idx="2"/>
            <a:endCxn id="29" idx="2"/>
          </p:cNvCxnSpPr>
          <p:nvPr/>
        </p:nvCxnSpPr>
        <p:spPr>
          <a:xfrm rot="16200000" flipH="1">
            <a:off x="1528088" y="6092029"/>
            <a:ext cx="1675387" cy="21101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95B4C1D-9440-2F7A-6284-4DB8524F880B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809344" y="8139805"/>
            <a:ext cx="1" cy="227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381708FA-318D-3CFB-4D95-1CF339EBAB4B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 rot="16200000" flipH="1">
            <a:off x="3433175" y="7453666"/>
            <a:ext cx="544935" cy="207404"/>
          </a:xfrm>
          <a:prstGeom prst="bentConnector3">
            <a:avLst>
              <a:gd name="adj1" fmla="val 11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50ED4A4E-BCA9-0E5E-093B-72C92C6EB8F5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>
          <a:xfrm rot="16200000" flipH="1">
            <a:off x="3621311" y="8949420"/>
            <a:ext cx="190954" cy="22293"/>
          </a:xfrm>
          <a:prstGeom prst="bentConnector3">
            <a:avLst>
              <a:gd name="adj1" fmla="val -5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E4FB005-F72B-BE2A-41AB-0AACA7B9191E}"/>
              </a:ext>
            </a:extLst>
          </p:cNvPr>
          <p:cNvSpPr/>
          <p:nvPr/>
        </p:nvSpPr>
        <p:spPr>
          <a:xfrm>
            <a:off x="4608565" y="5350551"/>
            <a:ext cx="2137125" cy="9896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real = -b/(2*a)</a:t>
            </a:r>
          </a:p>
          <a:p>
            <a:pPr algn="ctr"/>
            <a:r>
              <a:rPr lang="en-IN" sz="1600" dirty="0" err="1">
                <a:solidFill>
                  <a:schemeClr val="tx1"/>
                </a:solidFill>
              </a:rPr>
              <a:t>img</a:t>
            </a:r>
            <a:r>
              <a:rPr lang="en-IN" sz="1600" dirty="0">
                <a:solidFill>
                  <a:schemeClr val="tx1"/>
                </a:solidFill>
              </a:rPr>
              <a:t>  = √- D/(2*a)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6C17CED-096E-4573-F376-12088318C8DE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rot="5400000">
            <a:off x="5547912" y="6469434"/>
            <a:ext cx="258432" cy="12700"/>
          </a:xfrm>
          <a:prstGeom prst="bentConnector3">
            <a:avLst>
              <a:gd name="adj1" fmla="val -18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26630EAD-DBD5-421E-4005-69FC32F61AB8}"/>
              </a:ext>
            </a:extLst>
          </p:cNvPr>
          <p:cNvCxnSpPr>
            <a:cxnSpLocks/>
            <a:stCxn id="2" idx="2"/>
            <a:endCxn id="29" idx="6"/>
          </p:cNvCxnSpPr>
          <p:nvPr/>
        </p:nvCxnSpPr>
        <p:spPr>
          <a:xfrm rot="5400000">
            <a:off x="4790190" y="7097882"/>
            <a:ext cx="294557" cy="14793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88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A6BAD-8215-1197-37D8-82A6F816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8D36B-E0BB-5BE3-45DA-D9C96BD61034}"/>
              </a:ext>
            </a:extLst>
          </p:cNvPr>
          <p:cNvSpPr txBox="1"/>
          <p:nvPr/>
        </p:nvSpPr>
        <p:spPr>
          <a:xfrm>
            <a:off x="170688" y="33075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8FBAF-9109-34CC-77B3-84528623DBEF}"/>
              </a:ext>
            </a:extLst>
          </p:cNvPr>
          <p:cNvSpPr txBox="1"/>
          <p:nvPr/>
        </p:nvSpPr>
        <p:spPr>
          <a:xfrm>
            <a:off x="1362040" y="251052"/>
            <a:ext cx="491461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a,b,c</a:t>
            </a:r>
            <a:r>
              <a:rPr lang="en-IN" dirty="0"/>
              <a:t> =map(</a:t>
            </a:r>
            <a:r>
              <a:rPr lang="en-IN" dirty="0" err="1"/>
              <a:t>float,input</a:t>
            </a:r>
            <a:r>
              <a:rPr lang="en-IN" dirty="0"/>
              <a:t>().split())</a:t>
            </a:r>
          </a:p>
          <a:p>
            <a:r>
              <a:rPr lang="en-IN" dirty="0"/>
              <a:t>d=(b*b)-(4*a*c)</a:t>
            </a:r>
          </a:p>
          <a:p>
            <a:r>
              <a:rPr lang="en-IN" dirty="0" err="1"/>
              <a:t>sqrtd</a:t>
            </a:r>
            <a:r>
              <a:rPr lang="en-IN" dirty="0"/>
              <a:t>=d**0.5</a:t>
            </a:r>
          </a:p>
          <a:p>
            <a:r>
              <a:rPr lang="en-IN" dirty="0"/>
              <a:t>root1=(-</a:t>
            </a:r>
            <a:r>
              <a:rPr lang="en-IN" dirty="0" err="1"/>
              <a:t>b+sqrtd</a:t>
            </a:r>
            <a:r>
              <a:rPr lang="en-IN" dirty="0"/>
              <a:t>)/(2*a)</a:t>
            </a:r>
          </a:p>
          <a:p>
            <a:r>
              <a:rPr lang="en-IN" dirty="0"/>
              <a:t>root2=(-b-</a:t>
            </a:r>
            <a:r>
              <a:rPr lang="en-IN" dirty="0" err="1"/>
              <a:t>sqrtd</a:t>
            </a:r>
            <a:r>
              <a:rPr lang="en-IN" dirty="0"/>
              <a:t>)/(2*a)</a:t>
            </a:r>
          </a:p>
          <a:p>
            <a:r>
              <a:rPr lang="en-IN" dirty="0"/>
              <a:t>if d &gt; 0:</a:t>
            </a:r>
          </a:p>
          <a:p>
            <a:r>
              <a:rPr lang="en-IN" dirty="0"/>
              <a:t>	print(f"root1 = {root1:.2f}")</a:t>
            </a:r>
          </a:p>
          <a:p>
            <a:r>
              <a:rPr lang="en-IN" dirty="0"/>
              <a:t>	print(f"root2 = {root2:.2f}")</a:t>
            </a:r>
          </a:p>
          <a:p>
            <a:r>
              <a:rPr lang="en-IN" dirty="0" err="1"/>
              <a:t>elif</a:t>
            </a:r>
            <a:r>
              <a:rPr lang="en-IN" dirty="0"/>
              <a:t> d==0:</a:t>
            </a:r>
          </a:p>
          <a:p>
            <a:r>
              <a:rPr lang="en-IN" dirty="0"/>
              <a:t>	print(f"root1 = root2 = {root1:.2f}")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print(f"root1 = {root1.real:.2f}{root1.imag:+.2f}</a:t>
            </a:r>
            <a:r>
              <a:rPr lang="en-IN" dirty="0" err="1"/>
              <a:t>i</a:t>
            </a:r>
            <a:r>
              <a:rPr lang="en-IN" dirty="0"/>
              <a:t>")</a:t>
            </a:r>
          </a:p>
          <a:p>
            <a:r>
              <a:rPr lang="en-IN" dirty="0"/>
              <a:t>print(f"root2 = {root2.real:.2f}{root2.imag:+.2f}</a:t>
            </a:r>
            <a:r>
              <a:rPr lang="en-IN" dirty="0" err="1"/>
              <a:t>i</a:t>
            </a:r>
            <a:r>
              <a:rPr lang="en-IN" dirty="0"/>
              <a:t>")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C0C8F-274A-ED07-B70F-5A035FF0353B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3D14C-9284-3F24-35A8-0FAAD938F2C7}"/>
              </a:ext>
            </a:extLst>
          </p:cNvPr>
          <p:cNvSpPr txBox="1"/>
          <p:nvPr/>
        </p:nvSpPr>
        <p:spPr>
          <a:xfrm>
            <a:off x="170688" y="3977682"/>
            <a:ext cx="184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623E9F-5BBE-C579-7E75-30246CEDB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" y="4617720"/>
            <a:ext cx="6534912" cy="48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6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426</Words>
  <Application>Microsoft Office PowerPoint</Application>
  <PresentationFormat>A4 Paper (210x297 mm)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Mahajan</dc:creator>
  <cp:lastModifiedBy>Om Mahajan</cp:lastModifiedBy>
  <cp:revision>10</cp:revision>
  <cp:lastPrinted>2026-02-01T12:59:31Z</cp:lastPrinted>
  <dcterms:created xsi:type="dcterms:W3CDTF">2026-01-17T09:00:12Z</dcterms:created>
  <dcterms:modified xsi:type="dcterms:W3CDTF">2026-02-01T13:19:03Z</dcterms:modified>
</cp:coreProperties>
</file>