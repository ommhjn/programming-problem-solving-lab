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79A62-C77B-B96D-CFFF-59052A2F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46D56-E32B-C8C5-2BE8-F8DADF4477B2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9B6A4-2CC3-9427-D5E8-8F5A3E1E8711}"/>
              </a:ext>
            </a:extLst>
          </p:cNvPr>
          <p:cNvSpPr txBox="1"/>
          <p:nvPr/>
        </p:nvSpPr>
        <p:spPr>
          <a:xfrm>
            <a:off x="0" y="1509938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27E68-A2F3-FFD5-A2ED-73C32286887F}"/>
              </a:ext>
            </a:extLst>
          </p:cNvPr>
          <p:cNvSpPr txBox="1"/>
          <p:nvPr/>
        </p:nvSpPr>
        <p:spPr>
          <a:xfrm>
            <a:off x="1540469" y="2004242"/>
            <a:ext cx="457657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STEP 1 : Start</a:t>
            </a:r>
          </a:p>
          <a:p>
            <a:r>
              <a:rPr lang="en-IN" sz="2000" dirty="0"/>
              <a:t>STEP 2 : Input </a:t>
            </a:r>
            <a:r>
              <a:rPr lang="en-IN" sz="2000" dirty="0" err="1"/>
              <a:t>side_length</a:t>
            </a:r>
            <a:endParaRPr lang="en-IN" sz="2000" dirty="0"/>
          </a:p>
          <a:p>
            <a:r>
              <a:rPr lang="en-IN" sz="2000" dirty="0"/>
              <a:t>STEP 3 : Calculate</a:t>
            </a:r>
          </a:p>
          <a:p>
            <a:r>
              <a:rPr lang="en-IN" sz="2000" dirty="0"/>
              <a:t>	        area = </a:t>
            </a:r>
            <a:r>
              <a:rPr lang="en-IN" sz="2000" dirty="0" err="1"/>
              <a:t>side_length</a:t>
            </a:r>
            <a:r>
              <a:rPr lang="en-IN" sz="2000" dirty="0"/>
              <a:t> * </a:t>
            </a:r>
            <a:r>
              <a:rPr lang="en-IN" sz="2000" dirty="0" err="1"/>
              <a:t>side_length</a:t>
            </a:r>
            <a:endParaRPr lang="en-IN" sz="2000" dirty="0"/>
          </a:p>
          <a:p>
            <a:r>
              <a:rPr lang="en-IN" sz="2000" dirty="0"/>
              <a:t>STEP 4 : Print area</a:t>
            </a:r>
          </a:p>
          <a:p>
            <a:r>
              <a:rPr lang="en-IN" sz="2000" dirty="0"/>
              <a:t>STEP 5 : 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077A57-20C7-9184-8515-0A0E0E5992B5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289938-57B8-AD5A-2AB7-D861EE162FA3}"/>
              </a:ext>
            </a:extLst>
          </p:cNvPr>
          <p:cNvSpPr/>
          <p:nvPr/>
        </p:nvSpPr>
        <p:spPr>
          <a:xfrm>
            <a:off x="2738047" y="466837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E9295C-0241-15FD-574B-8C66DC1D6B09}"/>
              </a:ext>
            </a:extLst>
          </p:cNvPr>
          <p:cNvSpPr/>
          <p:nvPr/>
        </p:nvSpPr>
        <p:spPr>
          <a:xfrm>
            <a:off x="2738047" y="9058418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8FBDB12A-BCE8-62FA-4AAE-536202F76F0E}"/>
              </a:ext>
            </a:extLst>
          </p:cNvPr>
          <p:cNvSpPr/>
          <p:nvPr/>
        </p:nvSpPr>
        <p:spPr>
          <a:xfrm>
            <a:off x="1632993" y="5819222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645E68FE-F21D-00B5-F8BD-08A8EEC9DE89}"/>
              </a:ext>
            </a:extLst>
          </p:cNvPr>
          <p:cNvSpPr/>
          <p:nvPr/>
        </p:nvSpPr>
        <p:spPr>
          <a:xfrm>
            <a:off x="1664312" y="6863394"/>
            <a:ext cx="3529375" cy="71932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area =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r>
              <a:rPr lang="en-IN" dirty="0">
                <a:solidFill>
                  <a:schemeClr val="tx1"/>
                </a:solidFill>
              </a:rPr>
              <a:t> * </a:t>
            </a:r>
            <a:r>
              <a:rPr lang="en-IN" dirty="0" err="1">
                <a:solidFill>
                  <a:schemeClr val="tx1"/>
                </a:solidFill>
              </a:rPr>
              <a:t>side_length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FB714392-75D6-0FE6-EF41-A93CFA80F711}"/>
              </a:ext>
            </a:extLst>
          </p:cNvPr>
          <p:cNvSpPr/>
          <p:nvPr/>
        </p:nvSpPr>
        <p:spPr>
          <a:xfrm>
            <a:off x="1632991" y="8014246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area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016A4-C39B-50CF-2525-B711BE8231BF}"/>
              </a:ext>
            </a:extLst>
          </p:cNvPr>
          <p:cNvSpPr txBox="1"/>
          <p:nvPr/>
        </p:nvSpPr>
        <p:spPr>
          <a:xfrm>
            <a:off x="95426" y="817441"/>
            <a:ext cx="4865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1.1.3 	Calculate Area of the Square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39E4999-B860-8F1C-F230-5D52B113EF1A}"/>
              </a:ext>
            </a:extLst>
          </p:cNvPr>
          <p:cNvCxnSpPr>
            <a:stCxn id="13" idx="4"/>
          </p:cNvCxnSpPr>
          <p:nvPr/>
        </p:nvCxnSpPr>
        <p:spPr>
          <a:xfrm>
            <a:off x="3429000" y="5387698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CB413E-8AF5-CC35-7B2E-F3878D16CE5A}"/>
              </a:ext>
            </a:extLst>
          </p:cNvPr>
          <p:cNvCxnSpPr/>
          <p:nvPr/>
        </p:nvCxnSpPr>
        <p:spPr>
          <a:xfrm>
            <a:off x="3429000" y="7582722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98D7180-0315-1C7C-C532-DC6BAC36779B}"/>
              </a:ext>
            </a:extLst>
          </p:cNvPr>
          <p:cNvCxnSpPr/>
          <p:nvPr/>
        </p:nvCxnSpPr>
        <p:spPr>
          <a:xfrm>
            <a:off x="3429000" y="6431870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2FF8BF-492E-ADB3-2279-ED8BE56E5BDE}"/>
              </a:ext>
            </a:extLst>
          </p:cNvPr>
          <p:cNvCxnSpPr/>
          <p:nvPr/>
        </p:nvCxnSpPr>
        <p:spPr>
          <a:xfrm>
            <a:off x="3429000" y="8626894"/>
            <a:ext cx="0" cy="431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C9851B2-34FC-C11E-313E-96414FCE772F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211672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5F9CE-3101-4437-4249-09611DA2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8E5B6-4071-0089-DFD1-04E0942D9E1E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83863-7B21-0658-DF90-DE658332C235}"/>
              </a:ext>
            </a:extLst>
          </p:cNvPr>
          <p:cNvSpPr txBox="1"/>
          <p:nvPr/>
        </p:nvSpPr>
        <p:spPr>
          <a:xfrm>
            <a:off x="1362040" y="673459"/>
            <a:ext cx="4221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side_length</a:t>
            </a:r>
            <a:r>
              <a:rPr lang="en-US" sz="2400" dirty="0"/>
              <a:t>=int(input())</a:t>
            </a:r>
          </a:p>
          <a:p>
            <a:r>
              <a:rPr lang="en-US" sz="2400" dirty="0"/>
              <a:t>area=</a:t>
            </a:r>
            <a:r>
              <a:rPr lang="en-US" sz="2400" dirty="0" err="1"/>
              <a:t>side_length</a:t>
            </a:r>
            <a:r>
              <a:rPr lang="en-US" sz="2400" dirty="0"/>
              <a:t>*</a:t>
            </a:r>
            <a:r>
              <a:rPr lang="en-US" sz="2400" dirty="0" err="1"/>
              <a:t>side_length</a:t>
            </a:r>
            <a:endParaRPr lang="en-US" sz="2400" dirty="0"/>
          </a:p>
          <a:p>
            <a:r>
              <a:rPr lang="en-US" sz="2400" dirty="0"/>
              <a:t>print(area)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2FDDBF-A622-DC28-481A-DF9156311956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FBCFC5-2EA9-7EF9-8D89-266E8CBC6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233024" y="3486895"/>
            <a:ext cx="6943048" cy="5471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3FE922-5C16-5089-BF91-BC0C0B721AB6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85574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94</Words>
  <Application>Microsoft Office PowerPoint</Application>
  <PresentationFormat>A4 Paper (210x297 mm)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3</cp:revision>
  <dcterms:created xsi:type="dcterms:W3CDTF">2026-01-17T09:00:12Z</dcterms:created>
  <dcterms:modified xsi:type="dcterms:W3CDTF">2026-01-19T13:07:42Z</dcterms:modified>
</cp:coreProperties>
</file>