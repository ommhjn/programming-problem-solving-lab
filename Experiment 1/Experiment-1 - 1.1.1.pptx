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E9247-7615-47E5-BB9A-00F979B9DD53}" v="12" dt="2026-01-17T12:37:52.613"/>
    <p1510:client id="{A4DF2328-88FF-424A-8E6A-94C8A2379108}" v="31" dt="2026-01-17T10:12:5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hajan" userId="0a3426acc2b1053c" providerId="LiveId" clId="{8D0C48EC-9AEE-4607-80EA-9884BCA491CD}"/>
    <pc:docChg chg="undo custSel modSld">
      <pc:chgData name="Om Mahajan" userId="0a3426acc2b1053c" providerId="LiveId" clId="{8D0C48EC-9AEE-4607-80EA-9884BCA491CD}" dt="2026-01-17T12:37:59.324" v="76" actId="1038"/>
      <pc:docMkLst>
        <pc:docMk/>
      </pc:docMkLst>
      <pc:sldChg chg="addSp modSp mod">
        <pc:chgData name="Om Mahajan" userId="0a3426acc2b1053c" providerId="LiveId" clId="{8D0C48EC-9AEE-4607-80EA-9884BCA491CD}" dt="2026-01-17T12:37:59.324" v="76" actId="1038"/>
        <pc:sldMkLst>
          <pc:docMk/>
          <pc:sldMk cId="1527804424" sldId="256"/>
        </pc:sldMkLst>
        <pc:spChg chg="add mod">
          <ac:chgData name="Om Mahajan" userId="0a3426acc2b1053c" providerId="LiveId" clId="{8D0C48EC-9AEE-4607-80EA-9884BCA491CD}" dt="2026-01-17T12:34:28.911" v="24" actId="1076"/>
          <ac:spMkLst>
            <pc:docMk/>
            <pc:sldMk cId="1527804424" sldId="256"/>
            <ac:spMk id="2" creationId="{BC36E21D-56E1-70A4-D6FD-1C05A606E47A}"/>
          </ac:spMkLst>
        </pc:spChg>
        <pc:spChg chg="mod">
          <ac:chgData name="Om Mahajan" userId="0a3426acc2b1053c" providerId="LiveId" clId="{8D0C48EC-9AEE-4607-80EA-9884BCA491CD}" dt="2026-01-17T12:37:59.324" v="76" actId="1038"/>
          <ac:spMkLst>
            <pc:docMk/>
            <pc:sldMk cId="1527804424" sldId="256"/>
            <ac:spMk id="8" creationId="{5DE973F2-DB1D-9E23-00CF-F1A223D9DDBC}"/>
          </ac:spMkLst>
        </pc:spChg>
        <pc:spChg chg="mod">
          <ac:chgData name="Om Mahajan" userId="0a3426acc2b1053c" providerId="LiveId" clId="{8D0C48EC-9AEE-4607-80EA-9884BCA491CD}" dt="2026-01-17T12:37:46.073" v="69" actId="1076"/>
          <ac:spMkLst>
            <pc:docMk/>
            <pc:sldMk cId="1527804424" sldId="256"/>
            <ac:spMk id="12" creationId="{94C32430-A245-0ABD-E432-0F5139F59854}"/>
          </ac:spMkLst>
        </pc:spChg>
        <pc:spChg chg="mod">
          <ac:chgData name="Om Mahajan" userId="0a3426acc2b1053c" providerId="LiveId" clId="{8D0C48EC-9AEE-4607-80EA-9884BCA491CD}" dt="2026-01-17T12:37:46.898" v="71" actId="1076"/>
          <ac:spMkLst>
            <pc:docMk/>
            <pc:sldMk cId="1527804424" sldId="256"/>
            <ac:spMk id="18" creationId="{1C80CC1B-C0E5-8E7F-F4D4-E4CF03FB05D5}"/>
          </ac:spMkLst>
        </pc:spChg>
      </pc:sldChg>
      <pc:sldChg chg="addSp modSp">
        <pc:chgData name="Om Mahajan" userId="0a3426acc2b1053c" providerId="LiveId" clId="{8D0C48EC-9AEE-4607-80EA-9884BCA491CD}" dt="2026-01-17T12:34:34.283" v="25"/>
        <pc:sldMkLst>
          <pc:docMk/>
          <pc:sldMk cId="1088899489" sldId="257"/>
        </pc:sldMkLst>
        <pc:spChg chg="add mod">
          <ac:chgData name="Om Mahajan" userId="0a3426acc2b1053c" providerId="LiveId" clId="{8D0C48EC-9AEE-4607-80EA-9884BCA491CD}" dt="2026-01-17T12:34:34.283" v="25"/>
          <ac:spMkLst>
            <pc:docMk/>
            <pc:sldMk cId="1088899489" sldId="257"/>
            <ac:spMk id="5" creationId="{F4D83DF2-E0AF-BD9D-AC58-CBC03776B96B}"/>
          </ac:spMkLst>
        </pc:spChg>
      </pc:sldChg>
      <pc:sldChg chg="addSp modSp mod">
        <pc:chgData name="Om Mahajan" userId="0a3426acc2b1053c" providerId="LiveId" clId="{8D0C48EC-9AEE-4607-80EA-9884BCA491CD}" dt="2026-01-17T12:37:44.777" v="65" actId="1076"/>
        <pc:sldMkLst>
          <pc:docMk/>
          <pc:sldMk cId="538188997" sldId="258"/>
        </pc:sldMkLst>
        <pc:spChg chg="add mod">
          <ac:chgData name="Om Mahajan" userId="0a3426acc2b1053c" providerId="LiveId" clId="{8D0C48EC-9AEE-4607-80EA-9884BCA491CD}" dt="2026-01-17T12:34:49.769" v="26"/>
          <ac:spMkLst>
            <pc:docMk/>
            <pc:sldMk cId="538188997" sldId="258"/>
            <ac:spMk id="2" creationId="{003B69F9-D07B-40B9-1602-B0BA53A9E376}"/>
          </ac:spMkLst>
        </pc:spChg>
        <pc:spChg chg="mod">
          <ac:chgData name="Om Mahajan" userId="0a3426acc2b1053c" providerId="LiveId" clId="{8D0C48EC-9AEE-4607-80EA-9884BCA491CD}" dt="2026-01-17T12:37:44.533" v="64" actId="1076"/>
          <ac:spMkLst>
            <pc:docMk/>
            <pc:sldMk cId="538188997" sldId="258"/>
            <ac:spMk id="8" creationId="{8010E8C2-A089-EDA5-A195-4ECBF37E043E}"/>
          </ac:spMkLst>
        </pc:spChg>
        <pc:spChg chg="mod">
          <ac:chgData name="Om Mahajan" userId="0a3426acc2b1053c" providerId="LiveId" clId="{8D0C48EC-9AEE-4607-80EA-9884BCA491CD}" dt="2026-01-17T12:37:44.343" v="63" actId="1076"/>
          <ac:spMkLst>
            <pc:docMk/>
            <pc:sldMk cId="538188997" sldId="258"/>
            <ac:spMk id="12" creationId="{2063EFE6-8F9B-656A-47E4-1B87A9AFAD3F}"/>
          </ac:spMkLst>
        </pc:spChg>
        <pc:spChg chg="mod">
          <ac:chgData name="Om Mahajan" userId="0a3426acc2b1053c" providerId="LiveId" clId="{8D0C48EC-9AEE-4607-80EA-9884BCA491CD}" dt="2026-01-17T12:37:44.777" v="65" actId="1076"/>
          <ac:spMkLst>
            <pc:docMk/>
            <pc:sldMk cId="538188997" sldId="258"/>
            <ac:spMk id="18" creationId="{66CCD540-0052-B39F-B96C-B6A95D124B48}"/>
          </ac:spMkLst>
        </pc:spChg>
      </pc:sldChg>
      <pc:sldChg chg="addSp modSp">
        <pc:chgData name="Om Mahajan" userId="0a3426acc2b1053c" providerId="LiveId" clId="{8D0C48EC-9AEE-4607-80EA-9884BCA491CD}" dt="2026-01-17T12:34:52.420" v="27"/>
        <pc:sldMkLst>
          <pc:docMk/>
          <pc:sldMk cId="2480531741" sldId="259"/>
        </pc:sldMkLst>
        <pc:spChg chg="add mod">
          <ac:chgData name="Om Mahajan" userId="0a3426acc2b1053c" providerId="LiveId" clId="{8D0C48EC-9AEE-4607-80EA-9884BCA491CD}" dt="2026-01-17T12:34:52.420" v="27"/>
          <ac:spMkLst>
            <pc:docMk/>
            <pc:sldMk cId="2480531741" sldId="259"/>
            <ac:spMk id="5" creationId="{A97EA2D5-1868-6B15-829C-78002FE4ABFD}"/>
          </ac:spMkLst>
        </pc:spChg>
      </pc:sldChg>
      <pc:sldChg chg="addSp modSp mod">
        <pc:chgData name="Om Mahajan" userId="0a3426acc2b1053c" providerId="LiveId" clId="{8D0C48EC-9AEE-4607-80EA-9884BCA491CD}" dt="2026-01-17T12:37:44.062" v="62" actId="1076"/>
        <pc:sldMkLst>
          <pc:docMk/>
          <pc:sldMk cId="2116723414" sldId="260"/>
        </pc:sldMkLst>
        <pc:spChg chg="add mod">
          <ac:chgData name="Om Mahajan" userId="0a3426acc2b1053c" providerId="LiveId" clId="{8D0C48EC-9AEE-4607-80EA-9884BCA491CD}" dt="2026-01-17T12:34:54.496" v="28"/>
          <ac:spMkLst>
            <pc:docMk/>
            <pc:sldMk cId="2116723414" sldId="260"/>
            <ac:spMk id="2" creationId="{2C9851B2-34FC-C11E-313E-96414FCE772F}"/>
          </ac:spMkLst>
        </pc:spChg>
        <pc:spChg chg="mod">
          <ac:chgData name="Om Mahajan" userId="0a3426acc2b1053c" providerId="LiveId" clId="{8D0C48EC-9AEE-4607-80EA-9884BCA491CD}" dt="2026-01-17T12:37:43.881" v="61" actId="1076"/>
          <ac:spMkLst>
            <pc:docMk/>
            <pc:sldMk cId="2116723414" sldId="260"/>
            <ac:spMk id="8" creationId="{DBD9B6A4-2CC3-9427-D5E8-8F5A3E1E8711}"/>
          </ac:spMkLst>
        </pc:spChg>
        <pc:spChg chg="mod">
          <ac:chgData name="Om Mahajan" userId="0a3426acc2b1053c" providerId="LiveId" clId="{8D0C48EC-9AEE-4607-80EA-9884BCA491CD}" dt="2026-01-17T12:37:43.700" v="60" actId="1076"/>
          <ac:spMkLst>
            <pc:docMk/>
            <pc:sldMk cId="2116723414" sldId="260"/>
            <ac:spMk id="12" creationId="{16077A57-20C7-9184-8515-0A0E0E5992B5}"/>
          </ac:spMkLst>
        </pc:spChg>
        <pc:spChg chg="mod">
          <ac:chgData name="Om Mahajan" userId="0a3426acc2b1053c" providerId="LiveId" clId="{8D0C48EC-9AEE-4607-80EA-9884BCA491CD}" dt="2026-01-17T12:37:44.062" v="62" actId="1076"/>
          <ac:spMkLst>
            <pc:docMk/>
            <pc:sldMk cId="2116723414" sldId="260"/>
            <ac:spMk id="18" creationId="{CC0016A4-C39B-50CF-2525-B711BE8231BF}"/>
          </ac:spMkLst>
        </pc:spChg>
      </pc:sldChg>
      <pc:sldChg chg="addSp modSp">
        <pc:chgData name="Om Mahajan" userId="0a3426acc2b1053c" providerId="LiveId" clId="{8D0C48EC-9AEE-4607-80EA-9884BCA491CD}" dt="2026-01-17T12:34:56.477" v="29"/>
        <pc:sldMkLst>
          <pc:docMk/>
          <pc:sldMk cId="1855746504" sldId="261"/>
        </pc:sldMkLst>
        <pc:spChg chg="add mod">
          <ac:chgData name="Om Mahajan" userId="0a3426acc2b1053c" providerId="LiveId" clId="{8D0C48EC-9AEE-4607-80EA-9884BCA491CD}" dt="2026-01-17T12:34:56.477" v="29"/>
          <ac:spMkLst>
            <pc:docMk/>
            <pc:sldMk cId="1855746504" sldId="261"/>
            <ac:spMk id="5" creationId="{393FE922-5C16-5089-BF91-BC0C0B721AB6}"/>
          </ac:spMkLst>
        </pc:spChg>
      </pc:sldChg>
      <pc:sldChg chg="addSp modSp mod">
        <pc:chgData name="Om Mahajan" userId="0a3426acc2b1053c" providerId="LiveId" clId="{8D0C48EC-9AEE-4607-80EA-9884BCA491CD}" dt="2026-01-17T12:37:43.509" v="59" actId="1076"/>
        <pc:sldMkLst>
          <pc:docMk/>
          <pc:sldMk cId="1704757593" sldId="262"/>
        </pc:sldMkLst>
        <pc:spChg chg="add mod">
          <ac:chgData name="Om Mahajan" userId="0a3426acc2b1053c" providerId="LiveId" clId="{8D0C48EC-9AEE-4607-80EA-9884BCA491CD}" dt="2026-01-17T12:35:00.651" v="31"/>
          <ac:spMkLst>
            <pc:docMk/>
            <pc:sldMk cId="1704757593" sldId="262"/>
            <ac:spMk id="2" creationId="{6FEFFACD-BE8E-610F-3FAF-997059EEFEE1}"/>
          </ac:spMkLst>
        </pc:spChg>
        <pc:spChg chg="mod">
          <ac:chgData name="Om Mahajan" userId="0a3426acc2b1053c" providerId="LiveId" clId="{8D0C48EC-9AEE-4607-80EA-9884BCA491CD}" dt="2026-01-17T12:37:43.331" v="58" actId="1076"/>
          <ac:spMkLst>
            <pc:docMk/>
            <pc:sldMk cId="1704757593" sldId="262"/>
            <ac:spMk id="8" creationId="{5D8C8234-7391-BC7F-837F-664091DB61A4}"/>
          </ac:spMkLst>
        </pc:spChg>
        <pc:spChg chg="mod">
          <ac:chgData name="Om Mahajan" userId="0a3426acc2b1053c" providerId="LiveId" clId="{8D0C48EC-9AEE-4607-80EA-9884BCA491CD}" dt="2026-01-17T12:37:43.074" v="57" actId="1076"/>
          <ac:spMkLst>
            <pc:docMk/>
            <pc:sldMk cId="1704757593" sldId="262"/>
            <ac:spMk id="12" creationId="{496AA8C2-C193-7D1A-0411-498D32A20406}"/>
          </ac:spMkLst>
        </pc:spChg>
        <pc:spChg chg="mod">
          <ac:chgData name="Om Mahajan" userId="0a3426acc2b1053c" providerId="LiveId" clId="{8D0C48EC-9AEE-4607-80EA-9884BCA491CD}" dt="2026-01-17T12:37:43.509" v="59" actId="1076"/>
          <ac:spMkLst>
            <pc:docMk/>
            <pc:sldMk cId="1704757593" sldId="262"/>
            <ac:spMk id="18" creationId="{9E01987F-E219-81E1-5120-0BC3179EAA79}"/>
          </ac:spMkLst>
        </pc:spChg>
      </pc:sldChg>
      <pc:sldChg chg="addSp modSp">
        <pc:chgData name="Om Mahajan" userId="0a3426acc2b1053c" providerId="LiveId" clId="{8D0C48EC-9AEE-4607-80EA-9884BCA491CD}" dt="2026-01-17T12:34:58.910" v="30"/>
        <pc:sldMkLst>
          <pc:docMk/>
          <pc:sldMk cId="3330540281" sldId="263"/>
        </pc:sldMkLst>
        <pc:spChg chg="add mod">
          <ac:chgData name="Om Mahajan" userId="0a3426acc2b1053c" providerId="LiveId" clId="{8D0C48EC-9AEE-4607-80EA-9884BCA491CD}" dt="2026-01-17T12:34:58.910" v="30"/>
          <ac:spMkLst>
            <pc:docMk/>
            <pc:sldMk cId="3330540281" sldId="263"/>
            <ac:spMk id="5" creationId="{50FC139C-6088-F016-5F78-11B7CED418A5}"/>
          </ac:spMkLst>
        </pc:spChg>
      </pc:sldChg>
      <pc:sldChg chg="addSp modSp mod">
        <pc:chgData name="Om Mahajan" userId="0a3426acc2b1053c" providerId="LiveId" clId="{8D0C48EC-9AEE-4607-80EA-9884BCA491CD}" dt="2026-01-17T12:37:42.355" v="55" actId="1076"/>
        <pc:sldMkLst>
          <pc:docMk/>
          <pc:sldMk cId="1409151849" sldId="264"/>
        </pc:sldMkLst>
        <pc:spChg chg="add mod">
          <ac:chgData name="Om Mahajan" userId="0a3426acc2b1053c" providerId="LiveId" clId="{8D0C48EC-9AEE-4607-80EA-9884BCA491CD}" dt="2026-01-17T12:35:02.689" v="32"/>
          <ac:spMkLst>
            <pc:docMk/>
            <pc:sldMk cId="1409151849" sldId="264"/>
            <ac:spMk id="7" creationId="{96E60F3C-B273-F44E-C9D3-40F8E38008A4}"/>
          </ac:spMkLst>
        </pc:spChg>
        <pc:spChg chg="mod">
          <ac:chgData name="Om Mahajan" userId="0a3426acc2b1053c" providerId="LiveId" clId="{8D0C48EC-9AEE-4607-80EA-9884BCA491CD}" dt="2026-01-17T12:37:40.456" v="54" actId="1076"/>
          <ac:spMkLst>
            <pc:docMk/>
            <pc:sldMk cId="1409151849" sldId="264"/>
            <ac:spMk id="8" creationId="{7526B139-FAA8-703A-1DDC-1E33FCADB9F8}"/>
          </ac:spMkLst>
        </pc:spChg>
        <pc:spChg chg="mod">
          <ac:chgData name="Om Mahajan" userId="0a3426acc2b1053c" providerId="LiveId" clId="{8D0C48EC-9AEE-4607-80EA-9884BCA491CD}" dt="2026-01-17T12:37:40.072" v="53" actId="1076"/>
          <ac:spMkLst>
            <pc:docMk/>
            <pc:sldMk cId="1409151849" sldId="264"/>
            <ac:spMk id="12" creationId="{1131FCAD-5DA3-3B78-B5FE-2E9B71134C58}"/>
          </ac:spMkLst>
        </pc:spChg>
        <pc:spChg chg="mod">
          <ac:chgData name="Om Mahajan" userId="0a3426acc2b1053c" providerId="LiveId" clId="{8D0C48EC-9AEE-4607-80EA-9884BCA491CD}" dt="2026-01-17T12:37:42.355" v="55" actId="1076"/>
          <ac:spMkLst>
            <pc:docMk/>
            <pc:sldMk cId="1409151849" sldId="264"/>
            <ac:spMk id="18" creationId="{0BCDBD3A-D634-34AD-14E4-51880B502733}"/>
          </ac:spMkLst>
        </pc:spChg>
      </pc:sldChg>
      <pc:sldChg chg="addSp modSp">
        <pc:chgData name="Om Mahajan" userId="0a3426acc2b1053c" providerId="LiveId" clId="{8D0C48EC-9AEE-4607-80EA-9884BCA491CD}" dt="2026-01-17T12:35:04.545" v="33"/>
        <pc:sldMkLst>
          <pc:docMk/>
          <pc:sldMk cId="109049992" sldId="265"/>
        </pc:sldMkLst>
        <pc:spChg chg="add mod">
          <ac:chgData name="Om Mahajan" userId="0a3426acc2b1053c" providerId="LiveId" clId="{8D0C48EC-9AEE-4607-80EA-9884BCA491CD}" dt="2026-01-17T12:35:04.545" v="33"/>
          <ac:spMkLst>
            <pc:docMk/>
            <pc:sldMk cId="109049992" sldId="265"/>
            <ac:spMk id="5" creationId="{52403279-9E39-3876-60DC-C8F2041227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63F0-BC2A-43A8-B3DA-9A719735A4A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E1C75-A508-4E20-ADD2-467C8908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7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902036-8E21-FF84-D39A-4AB01D85F738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973F2-DB1D-9E23-00CF-F1A223D9DDBC}"/>
              </a:ext>
            </a:extLst>
          </p:cNvPr>
          <p:cNvSpPr txBox="1"/>
          <p:nvPr/>
        </p:nvSpPr>
        <p:spPr>
          <a:xfrm>
            <a:off x="6096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D6940-1997-A071-8130-4D30D187DC1B}"/>
              </a:ext>
            </a:extLst>
          </p:cNvPr>
          <p:cNvSpPr txBox="1"/>
          <p:nvPr/>
        </p:nvSpPr>
        <p:spPr>
          <a:xfrm>
            <a:off x="1540469" y="2004242"/>
            <a:ext cx="38944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radius</a:t>
            </a:r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3.14*radius*radius</a:t>
            </a:r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C32430-A245-0ABD-E432-0F5139F59854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5DF783-34B1-88F0-4645-885D1EFD916C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1CB9B5-F0CE-537E-59B5-FE417637017B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ECEB3735-D952-76D5-C1FA-508897E62FD3}"/>
              </a:ext>
            </a:extLst>
          </p:cNvPr>
          <p:cNvSpPr/>
          <p:nvPr/>
        </p:nvSpPr>
        <p:spPr>
          <a:xfrm>
            <a:off x="2225457" y="5819222"/>
            <a:ext cx="2429997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radius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90FE1090-15E6-0567-9816-705A0354979B}"/>
              </a:ext>
            </a:extLst>
          </p:cNvPr>
          <p:cNvSpPr/>
          <p:nvPr/>
        </p:nvSpPr>
        <p:spPr>
          <a:xfrm>
            <a:off x="1920449" y="6863394"/>
            <a:ext cx="3017102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area = 3.14*radius*radius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D7F26AE8-BEA5-8FDD-CBCB-56021F28B02D}"/>
              </a:ext>
            </a:extLst>
          </p:cNvPr>
          <p:cNvSpPr/>
          <p:nvPr/>
        </p:nvSpPr>
        <p:spPr>
          <a:xfrm>
            <a:off x="2225458" y="8014246"/>
            <a:ext cx="2332882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0CC1B-C0E5-8E7F-F4D4-E4CF03FB05D5}"/>
              </a:ext>
            </a:extLst>
          </p:cNvPr>
          <p:cNvSpPr txBox="1"/>
          <p:nvPr/>
        </p:nvSpPr>
        <p:spPr>
          <a:xfrm>
            <a:off x="95426" y="817441"/>
            <a:ext cx="2890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1.1.1 	Area of Circle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99CEF9-BBBB-85D5-8092-E54431D1C88C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E33212-7484-3CCD-1E7E-4F5DC3B05D5D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7D4D6D-CEE1-F8AB-D8C0-5AEEF0D55B9F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07534D-1044-8690-AED5-1AC183E6CC52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C36E21D-56E1-70A4-D6FD-1C05A606E47A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152780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D680-F351-D7DE-67DD-A6ADEF45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5D4FC-3899-0E4E-1626-C1499C32C2B4}"/>
              </a:ext>
            </a:extLst>
          </p:cNvPr>
          <p:cNvSpPr txBox="1"/>
          <p:nvPr/>
        </p:nvSpPr>
        <p:spPr>
          <a:xfrm>
            <a:off x="170688" y="327314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11430-C252-28E4-5B5E-A28D5B3620A9}"/>
              </a:ext>
            </a:extLst>
          </p:cNvPr>
          <p:cNvSpPr txBox="1"/>
          <p:nvPr/>
        </p:nvSpPr>
        <p:spPr>
          <a:xfrm>
            <a:off x="1362040" y="788979"/>
            <a:ext cx="34514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radius=float(input())</a:t>
            </a:r>
          </a:p>
          <a:p>
            <a:r>
              <a:rPr lang="en-IN" sz="2400" dirty="0"/>
              <a:t>area=3.14*radius*radius</a:t>
            </a:r>
          </a:p>
          <a:p>
            <a:r>
              <a:rPr lang="en-IN" sz="2400" dirty="0"/>
              <a:t>print(f"{area:.4f}")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CFF58-D003-9754-C0D8-F3FE7CAF74DD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7EEC74-BF41-96A4-622F-E4F0438E1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67087" y="3461201"/>
            <a:ext cx="6967479" cy="55929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D83DF2-E0AF-BD9D-AC58-CBC03776B96B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108889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83</Words>
  <Application>Microsoft Office PowerPoint</Application>
  <PresentationFormat>A4 Paper (210x297 mm)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Mahajan</dc:creator>
  <cp:lastModifiedBy>Om Mahajan</cp:lastModifiedBy>
  <cp:revision>3</cp:revision>
  <dcterms:created xsi:type="dcterms:W3CDTF">2026-01-17T09:00:12Z</dcterms:created>
  <dcterms:modified xsi:type="dcterms:W3CDTF">2026-01-19T13:10:16Z</dcterms:modified>
</cp:coreProperties>
</file>