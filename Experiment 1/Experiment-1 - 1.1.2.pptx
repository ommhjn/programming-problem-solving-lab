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8" r:id="rId2"/>
    <p:sldId id="25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E3CC-B52E-3497-3FC2-4DA24CFA8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9D355A-CC9A-3E49-5392-450C833A7BA2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0E8C2-A089-EDA5-A195-4ECBF37E043E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A4D7D-A145-9CA4-03DB-B2F79DFFB7BD}"/>
              </a:ext>
            </a:extLst>
          </p:cNvPr>
          <p:cNvSpPr txBox="1"/>
          <p:nvPr/>
        </p:nvSpPr>
        <p:spPr>
          <a:xfrm>
            <a:off x="1540469" y="2004242"/>
            <a:ext cx="33316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length, breath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length*breath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3EFE6-8F9B-656A-47E4-1B87A9AFAD3F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3F1FBC-1C7D-B325-3169-BB436A1A68BC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9D43B1-C246-F91F-9773-46272AD06EAF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BA4AE6F7-5EB4-E8F0-CB6F-CF91C196E57A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length, breath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7FBEA0C4-315F-ABA7-1FD3-8C694AF0C646}"/>
              </a:ext>
            </a:extLst>
          </p:cNvPr>
          <p:cNvSpPr/>
          <p:nvPr/>
        </p:nvSpPr>
        <p:spPr>
          <a:xfrm>
            <a:off x="1920449" y="6863394"/>
            <a:ext cx="3017102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area = length * breath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A3A164E6-8B42-7E3D-3990-D180D365D27A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CCD540-0052-B39F-B96C-B6A95D124B48}"/>
              </a:ext>
            </a:extLst>
          </p:cNvPr>
          <p:cNvSpPr txBox="1"/>
          <p:nvPr/>
        </p:nvSpPr>
        <p:spPr>
          <a:xfrm>
            <a:off x="95426" y="817441"/>
            <a:ext cx="3431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1.1.2 	Area of Rectangle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C7DD632-C6DB-5FAA-6336-E57A51B775B4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018861-2DB5-C598-5638-4826571ED361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D9BF82-E6E8-3ABA-5C59-E3391251A27C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785BFD-0D22-C8C5-C8D3-36159FA8727A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3B69F9-D07B-40B9-1602-B0BA53A9E376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538188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F327-DDDB-2499-F391-53AF24A1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965D6-E1A5-811F-8440-23AECA778DE5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B13DD-120C-85DE-70B4-5E1AE58AAE00}"/>
              </a:ext>
            </a:extLst>
          </p:cNvPr>
          <p:cNvSpPr txBox="1"/>
          <p:nvPr/>
        </p:nvSpPr>
        <p:spPr>
          <a:xfrm>
            <a:off x="1362040" y="673459"/>
            <a:ext cx="39414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length = float(input())</a:t>
            </a:r>
          </a:p>
          <a:p>
            <a:r>
              <a:rPr lang="en-US" sz="2400" dirty="0"/>
              <a:t>breath = float(input())</a:t>
            </a:r>
          </a:p>
          <a:p>
            <a:r>
              <a:rPr lang="en-US" sz="2400" dirty="0"/>
              <a:t>area = length*breath</a:t>
            </a:r>
          </a:p>
          <a:p>
            <a:r>
              <a:rPr lang="en-US" sz="2400" dirty="0"/>
              <a:t>print(f"{area:.2f}")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6DC03-1436-6481-437A-9943EAF6BBDA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7BEBD4-5987-CE5C-18A0-289B7FEF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68943" y="3377824"/>
            <a:ext cx="6943048" cy="5689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7EA2D5-1868-6B15-829C-78002FE4ABFD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248053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87</Words>
  <Application>Microsoft Office PowerPoint</Application>
  <PresentationFormat>A4 Paper (210x297 mm)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3</cp:revision>
  <dcterms:created xsi:type="dcterms:W3CDTF">2026-01-17T09:00:12Z</dcterms:created>
  <dcterms:modified xsi:type="dcterms:W3CDTF">2026-01-19T13:06:59Z</dcterms:modified>
</cp:coreProperties>
</file>