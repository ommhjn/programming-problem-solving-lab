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2" r:id="rId2"/>
    <p:sldId id="263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9247-7615-47E5-BB9A-00F979B9DD53}" v="12" dt="2026-01-17T12:37:52.613"/>
    <p1510:client id="{A4DF2328-88FF-424A-8E6A-94C8A2379108}" v="31" dt="2026-01-17T10:12:5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undo custSel modSld">
      <pc:chgData name="Om Mahajan" userId="0a3426acc2b1053c" providerId="LiveId" clId="{8D0C48EC-9AEE-4607-80EA-9884BCA491CD}" dt="2026-01-17T12:37:59.324" v="76" actId="1038"/>
      <pc:docMkLst>
        <pc:docMk/>
      </pc:docMkLst>
      <pc:sldChg chg="addSp modSp mod">
        <pc:chgData name="Om Mahajan" userId="0a3426acc2b1053c" providerId="LiveId" clId="{8D0C48EC-9AEE-4607-80EA-9884BCA491CD}" dt="2026-01-17T12:37:59.324" v="76" actId="1038"/>
        <pc:sldMkLst>
          <pc:docMk/>
          <pc:sldMk cId="1527804424" sldId="256"/>
        </pc:sldMkLst>
        <pc:spChg chg="add mod">
          <ac:chgData name="Om Mahajan" userId="0a3426acc2b1053c" providerId="LiveId" clId="{8D0C48EC-9AEE-4607-80EA-9884BCA491CD}" dt="2026-01-17T12:34:28.911" v="24" actId="1076"/>
          <ac:spMkLst>
            <pc:docMk/>
            <pc:sldMk cId="1527804424" sldId="256"/>
            <ac:spMk id="2" creationId="{BC36E21D-56E1-70A4-D6FD-1C05A606E47A}"/>
          </ac:spMkLst>
        </pc:spChg>
        <pc:spChg chg="mod">
          <ac:chgData name="Om Mahajan" userId="0a3426acc2b1053c" providerId="LiveId" clId="{8D0C48EC-9AEE-4607-80EA-9884BCA491CD}" dt="2026-01-17T12:37:59.324" v="76" actId="1038"/>
          <ac:spMkLst>
            <pc:docMk/>
            <pc:sldMk cId="1527804424" sldId="256"/>
            <ac:spMk id="8" creationId="{5DE973F2-DB1D-9E23-00CF-F1A223D9DDBC}"/>
          </ac:spMkLst>
        </pc:spChg>
        <pc:spChg chg="mod">
          <ac:chgData name="Om Mahajan" userId="0a3426acc2b1053c" providerId="LiveId" clId="{8D0C48EC-9AEE-4607-80EA-9884BCA491CD}" dt="2026-01-17T12:37:46.073" v="69" actId="1076"/>
          <ac:spMkLst>
            <pc:docMk/>
            <pc:sldMk cId="1527804424" sldId="256"/>
            <ac:spMk id="12" creationId="{94C32430-A245-0ABD-E432-0F5139F59854}"/>
          </ac:spMkLst>
        </pc:spChg>
        <pc:spChg chg="mod">
          <ac:chgData name="Om Mahajan" userId="0a3426acc2b1053c" providerId="LiveId" clId="{8D0C48EC-9AEE-4607-80EA-9884BCA491CD}" dt="2026-01-17T12:37:46.898" v="71" actId="1076"/>
          <ac:spMkLst>
            <pc:docMk/>
            <pc:sldMk cId="1527804424" sldId="256"/>
            <ac:spMk id="18" creationId="{1C80CC1B-C0E5-8E7F-F4D4-E4CF03FB05D5}"/>
          </ac:spMkLst>
        </pc:spChg>
      </pc:sldChg>
      <pc:sldChg chg="addSp modSp">
        <pc:chgData name="Om Mahajan" userId="0a3426acc2b1053c" providerId="LiveId" clId="{8D0C48EC-9AEE-4607-80EA-9884BCA491CD}" dt="2026-01-17T12:34:34.283" v="25"/>
        <pc:sldMkLst>
          <pc:docMk/>
          <pc:sldMk cId="1088899489" sldId="257"/>
        </pc:sldMkLst>
        <pc:spChg chg="add mod">
          <ac:chgData name="Om Mahajan" userId="0a3426acc2b1053c" providerId="LiveId" clId="{8D0C48EC-9AEE-4607-80EA-9884BCA491CD}" dt="2026-01-17T12:34:34.283" v="25"/>
          <ac:spMkLst>
            <pc:docMk/>
            <pc:sldMk cId="1088899489" sldId="257"/>
            <ac:spMk id="5" creationId="{F4D83DF2-E0AF-BD9D-AC58-CBC03776B96B}"/>
          </ac:spMkLst>
        </pc:spChg>
      </pc:sldChg>
      <pc:sldChg chg="addSp modSp mod">
        <pc:chgData name="Om Mahajan" userId="0a3426acc2b1053c" providerId="LiveId" clId="{8D0C48EC-9AEE-4607-80EA-9884BCA491CD}" dt="2026-01-17T12:37:44.777" v="65" actId="1076"/>
        <pc:sldMkLst>
          <pc:docMk/>
          <pc:sldMk cId="538188997" sldId="258"/>
        </pc:sldMkLst>
        <pc:spChg chg="add mod">
          <ac:chgData name="Om Mahajan" userId="0a3426acc2b1053c" providerId="LiveId" clId="{8D0C48EC-9AEE-4607-80EA-9884BCA491CD}" dt="2026-01-17T12:34:49.769" v="26"/>
          <ac:spMkLst>
            <pc:docMk/>
            <pc:sldMk cId="538188997" sldId="258"/>
            <ac:spMk id="2" creationId="{003B69F9-D07B-40B9-1602-B0BA53A9E376}"/>
          </ac:spMkLst>
        </pc:spChg>
        <pc:spChg chg="mod">
          <ac:chgData name="Om Mahajan" userId="0a3426acc2b1053c" providerId="LiveId" clId="{8D0C48EC-9AEE-4607-80EA-9884BCA491CD}" dt="2026-01-17T12:37:44.533" v="64" actId="1076"/>
          <ac:spMkLst>
            <pc:docMk/>
            <pc:sldMk cId="538188997" sldId="258"/>
            <ac:spMk id="8" creationId="{8010E8C2-A089-EDA5-A195-4ECBF37E043E}"/>
          </ac:spMkLst>
        </pc:spChg>
        <pc:spChg chg="mod">
          <ac:chgData name="Om Mahajan" userId="0a3426acc2b1053c" providerId="LiveId" clId="{8D0C48EC-9AEE-4607-80EA-9884BCA491CD}" dt="2026-01-17T12:37:44.343" v="63" actId="1076"/>
          <ac:spMkLst>
            <pc:docMk/>
            <pc:sldMk cId="538188997" sldId="258"/>
            <ac:spMk id="12" creationId="{2063EFE6-8F9B-656A-47E4-1B87A9AFAD3F}"/>
          </ac:spMkLst>
        </pc:spChg>
        <pc:spChg chg="mod">
          <ac:chgData name="Om Mahajan" userId="0a3426acc2b1053c" providerId="LiveId" clId="{8D0C48EC-9AEE-4607-80EA-9884BCA491CD}" dt="2026-01-17T12:37:44.777" v="65" actId="1076"/>
          <ac:spMkLst>
            <pc:docMk/>
            <pc:sldMk cId="538188997" sldId="258"/>
            <ac:spMk id="18" creationId="{66CCD540-0052-B39F-B96C-B6A95D124B48}"/>
          </ac:spMkLst>
        </pc:spChg>
      </pc:sldChg>
      <pc:sldChg chg="addSp modSp">
        <pc:chgData name="Om Mahajan" userId="0a3426acc2b1053c" providerId="LiveId" clId="{8D0C48EC-9AEE-4607-80EA-9884BCA491CD}" dt="2026-01-17T12:34:52.420" v="27"/>
        <pc:sldMkLst>
          <pc:docMk/>
          <pc:sldMk cId="2480531741" sldId="259"/>
        </pc:sldMkLst>
        <pc:spChg chg="add mod">
          <ac:chgData name="Om Mahajan" userId="0a3426acc2b1053c" providerId="LiveId" clId="{8D0C48EC-9AEE-4607-80EA-9884BCA491CD}" dt="2026-01-17T12:34:52.420" v="27"/>
          <ac:spMkLst>
            <pc:docMk/>
            <pc:sldMk cId="2480531741" sldId="259"/>
            <ac:spMk id="5" creationId="{A97EA2D5-1868-6B15-829C-78002FE4ABFD}"/>
          </ac:spMkLst>
        </pc:spChg>
      </pc:sldChg>
      <pc:sldChg chg="addSp modSp mod">
        <pc:chgData name="Om Mahajan" userId="0a3426acc2b1053c" providerId="LiveId" clId="{8D0C48EC-9AEE-4607-80EA-9884BCA491CD}" dt="2026-01-17T12:37:44.062" v="62" actId="1076"/>
        <pc:sldMkLst>
          <pc:docMk/>
          <pc:sldMk cId="2116723414" sldId="260"/>
        </pc:sldMkLst>
        <pc:spChg chg="add mod">
          <ac:chgData name="Om Mahajan" userId="0a3426acc2b1053c" providerId="LiveId" clId="{8D0C48EC-9AEE-4607-80EA-9884BCA491CD}" dt="2026-01-17T12:34:54.496" v="28"/>
          <ac:spMkLst>
            <pc:docMk/>
            <pc:sldMk cId="2116723414" sldId="260"/>
            <ac:spMk id="2" creationId="{2C9851B2-34FC-C11E-313E-96414FCE772F}"/>
          </ac:spMkLst>
        </pc:spChg>
        <pc:spChg chg="mod">
          <ac:chgData name="Om Mahajan" userId="0a3426acc2b1053c" providerId="LiveId" clId="{8D0C48EC-9AEE-4607-80EA-9884BCA491CD}" dt="2026-01-17T12:37:43.881" v="61" actId="1076"/>
          <ac:spMkLst>
            <pc:docMk/>
            <pc:sldMk cId="2116723414" sldId="260"/>
            <ac:spMk id="8" creationId="{DBD9B6A4-2CC3-9427-D5E8-8F5A3E1E8711}"/>
          </ac:spMkLst>
        </pc:spChg>
        <pc:spChg chg="mod">
          <ac:chgData name="Om Mahajan" userId="0a3426acc2b1053c" providerId="LiveId" clId="{8D0C48EC-9AEE-4607-80EA-9884BCA491CD}" dt="2026-01-17T12:37:43.700" v="60" actId="1076"/>
          <ac:spMkLst>
            <pc:docMk/>
            <pc:sldMk cId="2116723414" sldId="260"/>
            <ac:spMk id="12" creationId="{16077A57-20C7-9184-8515-0A0E0E5992B5}"/>
          </ac:spMkLst>
        </pc:spChg>
        <pc:spChg chg="mod">
          <ac:chgData name="Om Mahajan" userId="0a3426acc2b1053c" providerId="LiveId" clId="{8D0C48EC-9AEE-4607-80EA-9884BCA491CD}" dt="2026-01-17T12:37:44.062" v="62" actId="1076"/>
          <ac:spMkLst>
            <pc:docMk/>
            <pc:sldMk cId="2116723414" sldId="260"/>
            <ac:spMk id="18" creationId="{CC0016A4-C39B-50CF-2525-B711BE8231BF}"/>
          </ac:spMkLst>
        </pc:spChg>
      </pc:sldChg>
      <pc:sldChg chg="addSp modSp">
        <pc:chgData name="Om Mahajan" userId="0a3426acc2b1053c" providerId="LiveId" clId="{8D0C48EC-9AEE-4607-80EA-9884BCA491CD}" dt="2026-01-17T12:34:56.477" v="29"/>
        <pc:sldMkLst>
          <pc:docMk/>
          <pc:sldMk cId="1855746504" sldId="261"/>
        </pc:sldMkLst>
        <pc:spChg chg="add mod">
          <ac:chgData name="Om Mahajan" userId="0a3426acc2b1053c" providerId="LiveId" clId="{8D0C48EC-9AEE-4607-80EA-9884BCA491CD}" dt="2026-01-17T12:34:56.477" v="29"/>
          <ac:spMkLst>
            <pc:docMk/>
            <pc:sldMk cId="1855746504" sldId="261"/>
            <ac:spMk id="5" creationId="{393FE922-5C16-5089-BF91-BC0C0B721AB6}"/>
          </ac:spMkLst>
        </pc:spChg>
      </pc:sldChg>
      <pc:sldChg chg="addSp modSp mod">
        <pc:chgData name="Om Mahajan" userId="0a3426acc2b1053c" providerId="LiveId" clId="{8D0C48EC-9AEE-4607-80EA-9884BCA491CD}" dt="2026-01-17T12:37:43.509" v="59" actId="1076"/>
        <pc:sldMkLst>
          <pc:docMk/>
          <pc:sldMk cId="1704757593" sldId="262"/>
        </pc:sldMkLst>
        <pc:spChg chg="add mod">
          <ac:chgData name="Om Mahajan" userId="0a3426acc2b1053c" providerId="LiveId" clId="{8D0C48EC-9AEE-4607-80EA-9884BCA491CD}" dt="2026-01-17T12:35:00.651" v="31"/>
          <ac:spMkLst>
            <pc:docMk/>
            <pc:sldMk cId="1704757593" sldId="262"/>
            <ac:spMk id="2" creationId="{6FEFFACD-BE8E-610F-3FAF-997059EEFEE1}"/>
          </ac:spMkLst>
        </pc:spChg>
        <pc:spChg chg="mod">
          <ac:chgData name="Om Mahajan" userId="0a3426acc2b1053c" providerId="LiveId" clId="{8D0C48EC-9AEE-4607-80EA-9884BCA491CD}" dt="2026-01-17T12:37:43.331" v="58" actId="1076"/>
          <ac:spMkLst>
            <pc:docMk/>
            <pc:sldMk cId="1704757593" sldId="262"/>
            <ac:spMk id="8" creationId="{5D8C8234-7391-BC7F-837F-664091DB61A4}"/>
          </ac:spMkLst>
        </pc:spChg>
        <pc:spChg chg="mod">
          <ac:chgData name="Om Mahajan" userId="0a3426acc2b1053c" providerId="LiveId" clId="{8D0C48EC-9AEE-4607-80EA-9884BCA491CD}" dt="2026-01-17T12:37:43.074" v="57" actId="1076"/>
          <ac:spMkLst>
            <pc:docMk/>
            <pc:sldMk cId="1704757593" sldId="262"/>
            <ac:spMk id="12" creationId="{496AA8C2-C193-7D1A-0411-498D32A20406}"/>
          </ac:spMkLst>
        </pc:spChg>
        <pc:spChg chg="mod">
          <ac:chgData name="Om Mahajan" userId="0a3426acc2b1053c" providerId="LiveId" clId="{8D0C48EC-9AEE-4607-80EA-9884BCA491CD}" dt="2026-01-17T12:37:43.509" v="59" actId="1076"/>
          <ac:spMkLst>
            <pc:docMk/>
            <pc:sldMk cId="1704757593" sldId="262"/>
            <ac:spMk id="18" creationId="{9E01987F-E219-81E1-5120-0BC3179EAA79}"/>
          </ac:spMkLst>
        </pc:spChg>
      </pc:sldChg>
      <pc:sldChg chg="addSp modSp">
        <pc:chgData name="Om Mahajan" userId="0a3426acc2b1053c" providerId="LiveId" clId="{8D0C48EC-9AEE-4607-80EA-9884BCA491CD}" dt="2026-01-17T12:34:58.910" v="30"/>
        <pc:sldMkLst>
          <pc:docMk/>
          <pc:sldMk cId="3330540281" sldId="263"/>
        </pc:sldMkLst>
        <pc:spChg chg="add mod">
          <ac:chgData name="Om Mahajan" userId="0a3426acc2b1053c" providerId="LiveId" clId="{8D0C48EC-9AEE-4607-80EA-9884BCA491CD}" dt="2026-01-17T12:34:58.910" v="30"/>
          <ac:spMkLst>
            <pc:docMk/>
            <pc:sldMk cId="3330540281" sldId="263"/>
            <ac:spMk id="5" creationId="{50FC139C-6088-F016-5F78-11B7CED418A5}"/>
          </ac:spMkLst>
        </pc:spChg>
      </pc:sldChg>
      <pc:sldChg chg="addSp modSp mod">
        <pc:chgData name="Om Mahajan" userId="0a3426acc2b1053c" providerId="LiveId" clId="{8D0C48EC-9AEE-4607-80EA-9884BCA491CD}" dt="2026-01-17T12:37:42.355" v="55" actId="1076"/>
        <pc:sldMkLst>
          <pc:docMk/>
          <pc:sldMk cId="1409151849" sldId="264"/>
        </pc:sldMkLst>
        <pc:spChg chg="add mod">
          <ac:chgData name="Om Mahajan" userId="0a3426acc2b1053c" providerId="LiveId" clId="{8D0C48EC-9AEE-4607-80EA-9884BCA491CD}" dt="2026-01-17T12:35:02.689" v="32"/>
          <ac:spMkLst>
            <pc:docMk/>
            <pc:sldMk cId="1409151849" sldId="264"/>
            <ac:spMk id="7" creationId="{96E60F3C-B273-F44E-C9D3-40F8E38008A4}"/>
          </ac:spMkLst>
        </pc:spChg>
        <pc:spChg chg="mod">
          <ac:chgData name="Om Mahajan" userId="0a3426acc2b1053c" providerId="LiveId" clId="{8D0C48EC-9AEE-4607-80EA-9884BCA491CD}" dt="2026-01-17T12:37:40.456" v="54" actId="1076"/>
          <ac:spMkLst>
            <pc:docMk/>
            <pc:sldMk cId="1409151849" sldId="264"/>
            <ac:spMk id="8" creationId="{7526B139-FAA8-703A-1DDC-1E33FCADB9F8}"/>
          </ac:spMkLst>
        </pc:spChg>
        <pc:spChg chg="mod">
          <ac:chgData name="Om Mahajan" userId="0a3426acc2b1053c" providerId="LiveId" clId="{8D0C48EC-9AEE-4607-80EA-9884BCA491CD}" dt="2026-01-17T12:37:40.072" v="53" actId="1076"/>
          <ac:spMkLst>
            <pc:docMk/>
            <pc:sldMk cId="1409151849" sldId="264"/>
            <ac:spMk id="12" creationId="{1131FCAD-5DA3-3B78-B5FE-2E9B71134C58}"/>
          </ac:spMkLst>
        </pc:spChg>
        <pc:spChg chg="mod">
          <ac:chgData name="Om Mahajan" userId="0a3426acc2b1053c" providerId="LiveId" clId="{8D0C48EC-9AEE-4607-80EA-9884BCA491CD}" dt="2026-01-17T12:37:42.355" v="55" actId="1076"/>
          <ac:spMkLst>
            <pc:docMk/>
            <pc:sldMk cId="1409151849" sldId="264"/>
            <ac:spMk id="18" creationId="{0BCDBD3A-D634-34AD-14E4-51880B502733}"/>
          </ac:spMkLst>
        </pc:spChg>
      </pc:sldChg>
      <pc:sldChg chg="addSp modSp">
        <pc:chgData name="Om Mahajan" userId="0a3426acc2b1053c" providerId="LiveId" clId="{8D0C48EC-9AEE-4607-80EA-9884BCA491CD}" dt="2026-01-17T12:35:04.545" v="33"/>
        <pc:sldMkLst>
          <pc:docMk/>
          <pc:sldMk cId="109049992" sldId="265"/>
        </pc:sldMkLst>
        <pc:spChg chg="add mod">
          <ac:chgData name="Om Mahajan" userId="0a3426acc2b1053c" providerId="LiveId" clId="{8D0C48EC-9AEE-4607-80EA-9884BCA491CD}" dt="2026-01-17T12:35:04.545" v="33"/>
          <ac:spMkLst>
            <pc:docMk/>
            <pc:sldMk cId="109049992" sldId="265"/>
            <ac:spMk id="5" creationId="{52403279-9E39-3876-60DC-C8F2041227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2A88-81F7-863E-C606-1DC128C4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8B2200-26C2-CC69-02C6-6599674C04EE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C8234-7391-BC7F-837F-664091DB61A4}"/>
              </a:ext>
            </a:extLst>
          </p:cNvPr>
          <p:cNvSpPr txBox="1"/>
          <p:nvPr/>
        </p:nvSpPr>
        <p:spPr>
          <a:xfrm>
            <a:off x="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1AD07-9226-582A-C9C6-AA788DD20F7A}"/>
              </a:ext>
            </a:extLst>
          </p:cNvPr>
          <p:cNvSpPr txBox="1"/>
          <p:nvPr/>
        </p:nvSpPr>
        <p:spPr>
          <a:xfrm>
            <a:off x="1540469" y="2004242"/>
            <a:ext cx="371415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base, height</a:t>
            </a:r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0.5*base * height</a:t>
            </a:r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AA8C2-C193-7D1A-0411-498D32A20406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A2E656-7033-4009-3CE1-CBB93A8252F8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1F4A32-915A-596A-EB75-8714B17021EB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6459AEA5-6187-944C-E3F5-B595E62B4285}"/>
              </a:ext>
            </a:extLst>
          </p:cNvPr>
          <p:cNvSpPr/>
          <p:nvPr/>
        </p:nvSpPr>
        <p:spPr>
          <a:xfrm>
            <a:off x="1632993" y="5819222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base, height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92B090F2-E675-1754-17C0-F8A90B155232}"/>
              </a:ext>
            </a:extLst>
          </p:cNvPr>
          <p:cNvSpPr/>
          <p:nvPr/>
        </p:nvSpPr>
        <p:spPr>
          <a:xfrm>
            <a:off x="1664312" y="6863394"/>
            <a:ext cx="3529375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area = 0.5 * base * height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A230A13A-24FB-F808-3F24-20D305D04D39}"/>
              </a:ext>
            </a:extLst>
          </p:cNvPr>
          <p:cNvSpPr/>
          <p:nvPr/>
        </p:nvSpPr>
        <p:spPr>
          <a:xfrm>
            <a:off x="1632991" y="8014246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1987F-E219-81E1-5120-0BC3179EAA79}"/>
              </a:ext>
            </a:extLst>
          </p:cNvPr>
          <p:cNvSpPr txBox="1"/>
          <p:nvPr/>
        </p:nvSpPr>
        <p:spPr>
          <a:xfrm>
            <a:off x="95426" y="817441"/>
            <a:ext cx="3135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1.1.4 	Area of Triangle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1D841E-DCCF-E301-188A-BD9E258D1FDC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9EEA8BC-BE68-1F6E-E987-99DE9B448741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CB9F12D-9E54-8446-27F2-0A3FC6E6EE95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9D44D0E-D5E2-D602-ECC2-24589701B7E7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FEFFACD-BE8E-610F-3FAF-997059EEFEE1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70475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4A24-9D7A-ED6F-26CC-5C53E3AD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1118C5-CA53-0BFB-563C-0525990A3D4C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18CCD-D0C2-0B1C-1570-BF1168E70EFA}"/>
              </a:ext>
            </a:extLst>
          </p:cNvPr>
          <p:cNvSpPr txBox="1"/>
          <p:nvPr/>
        </p:nvSpPr>
        <p:spPr>
          <a:xfrm>
            <a:off x="1362040" y="673459"/>
            <a:ext cx="46851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base=float(input())</a:t>
            </a:r>
          </a:p>
          <a:p>
            <a:r>
              <a:rPr lang="en-US" sz="2400" dirty="0"/>
              <a:t>height=float(input())</a:t>
            </a:r>
          </a:p>
          <a:p>
            <a:r>
              <a:rPr lang="en-US" sz="2400" dirty="0"/>
              <a:t>area=0.5*base*height</a:t>
            </a:r>
          </a:p>
          <a:p>
            <a:r>
              <a:rPr lang="en-US" sz="2400" dirty="0"/>
              <a:t>print(f"{area:.2f}")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905BE-E721-F6B5-56FD-2045FF0FE67B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35F731-2C35-B0C7-6044-778855615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49350" y="3497415"/>
            <a:ext cx="6858000" cy="5535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C139C-6088-F016-5F78-11B7CED418A5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333054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94</Words>
  <Application>Microsoft Office PowerPoint</Application>
  <PresentationFormat>A4 Paper (210x297 mm)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Mahajan</dc:creator>
  <cp:lastModifiedBy>Om Mahajan</cp:lastModifiedBy>
  <cp:revision>3</cp:revision>
  <dcterms:created xsi:type="dcterms:W3CDTF">2026-01-17T09:00:12Z</dcterms:created>
  <dcterms:modified xsi:type="dcterms:W3CDTF">2026-01-19T13:08:07Z</dcterms:modified>
</cp:coreProperties>
</file>