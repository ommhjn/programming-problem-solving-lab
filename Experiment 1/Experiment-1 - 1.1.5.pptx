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4" r:id="rId2"/>
    <p:sldId id="265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DE9247-7615-47E5-BB9A-00F979B9DD53}" v="12" dt="2026-01-17T12:37:52.613"/>
    <p1510:client id="{A4DF2328-88FF-424A-8E6A-94C8A2379108}" v="31" dt="2026-01-17T10:12:51.0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24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 Mahajan" userId="0a3426acc2b1053c" providerId="LiveId" clId="{8D0C48EC-9AEE-4607-80EA-9884BCA491CD}"/>
    <pc:docChg chg="undo custSel modSld">
      <pc:chgData name="Om Mahajan" userId="0a3426acc2b1053c" providerId="LiveId" clId="{8D0C48EC-9AEE-4607-80EA-9884BCA491CD}" dt="2026-01-17T12:37:59.324" v="76" actId="1038"/>
      <pc:docMkLst>
        <pc:docMk/>
      </pc:docMkLst>
      <pc:sldChg chg="addSp modSp mod">
        <pc:chgData name="Om Mahajan" userId="0a3426acc2b1053c" providerId="LiveId" clId="{8D0C48EC-9AEE-4607-80EA-9884BCA491CD}" dt="2026-01-17T12:37:59.324" v="76" actId="1038"/>
        <pc:sldMkLst>
          <pc:docMk/>
          <pc:sldMk cId="1527804424" sldId="256"/>
        </pc:sldMkLst>
        <pc:spChg chg="add mod">
          <ac:chgData name="Om Mahajan" userId="0a3426acc2b1053c" providerId="LiveId" clId="{8D0C48EC-9AEE-4607-80EA-9884BCA491CD}" dt="2026-01-17T12:34:28.911" v="24" actId="1076"/>
          <ac:spMkLst>
            <pc:docMk/>
            <pc:sldMk cId="1527804424" sldId="256"/>
            <ac:spMk id="2" creationId="{BC36E21D-56E1-70A4-D6FD-1C05A606E47A}"/>
          </ac:spMkLst>
        </pc:spChg>
        <pc:spChg chg="mod">
          <ac:chgData name="Om Mahajan" userId="0a3426acc2b1053c" providerId="LiveId" clId="{8D0C48EC-9AEE-4607-80EA-9884BCA491CD}" dt="2026-01-17T12:37:59.324" v="76" actId="1038"/>
          <ac:spMkLst>
            <pc:docMk/>
            <pc:sldMk cId="1527804424" sldId="256"/>
            <ac:spMk id="8" creationId="{5DE973F2-DB1D-9E23-00CF-F1A223D9DDBC}"/>
          </ac:spMkLst>
        </pc:spChg>
        <pc:spChg chg="mod">
          <ac:chgData name="Om Mahajan" userId="0a3426acc2b1053c" providerId="LiveId" clId="{8D0C48EC-9AEE-4607-80EA-9884BCA491CD}" dt="2026-01-17T12:37:46.073" v="69" actId="1076"/>
          <ac:spMkLst>
            <pc:docMk/>
            <pc:sldMk cId="1527804424" sldId="256"/>
            <ac:spMk id="12" creationId="{94C32430-A245-0ABD-E432-0F5139F59854}"/>
          </ac:spMkLst>
        </pc:spChg>
        <pc:spChg chg="mod">
          <ac:chgData name="Om Mahajan" userId="0a3426acc2b1053c" providerId="LiveId" clId="{8D0C48EC-9AEE-4607-80EA-9884BCA491CD}" dt="2026-01-17T12:37:46.898" v="71" actId="1076"/>
          <ac:spMkLst>
            <pc:docMk/>
            <pc:sldMk cId="1527804424" sldId="256"/>
            <ac:spMk id="18" creationId="{1C80CC1B-C0E5-8E7F-F4D4-E4CF03FB05D5}"/>
          </ac:spMkLst>
        </pc:spChg>
      </pc:sldChg>
      <pc:sldChg chg="addSp modSp">
        <pc:chgData name="Om Mahajan" userId="0a3426acc2b1053c" providerId="LiveId" clId="{8D0C48EC-9AEE-4607-80EA-9884BCA491CD}" dt="2026-01-17T12:34:34.283" v="25"/>
        <pc:sldMkLst>
          <pc:docMk/>
          <pc:sldMk cId="1088899489" sldId="257"/>
        </pc:sldMkLst>
        <pc:spChg chg="add mod">
          <ac:chgData name="Om Mahajan" userId="0a3426acc2b1053c" providerId="LiveId" clId="{8D0C48EC-9AEE-4607-80EA-9884BCA491CD}" dt="2026-01-17T12:34:34.283" v="25"/>
          <ac:spMkLst>
            <pc:docMk/>
            <pc:sldMk cId="1088899489" sldId="257"/>
            <ac:spMk id="5" creationId="{F4D83DF2-E0AF-BD9D-AC58-CBC03776B96B}"/>
          </ac:spMkLst>
        </pc:spChg>
      </pc:sldChg>
      <pc:sldChg chg="addSp modSp mod">
        <pc:chgData name="Om Mahajan" userId="0a3426acc2b1053c" providerId="LiveId" clId="{8D0C48EC-9AEE-4607-80EA-9884BCA491CD}" dt="2026-01-17T12:37:44.777" v="65" actId="1076"/>
        <pc:sldMkLst>
          <pc:docMk/>
          <pc:sldMk cId="538188997" sldId="258"/>
        </pc:sldMkLst>
        <pc:spChg chg="add mod">
          <ac:chgData name="Om Mahajan" userId="0a3426acc2b1053c" providerId="LiveId" clId="{8D0C48EC-9AEE-4607-80EA-9884BCA491CD}" dt="2026-01-17T12:34:49.769" v="26"/>
          <ac:spMkLst>
            <pc:docMk/>
            <pc:sldMk cId="538188997" sldId="258"/>
            <ac:spMk id="2" creationId="{003B69F9-D07B-40B9-1602-B0BA53A9E376}"/>
          </ac:spMkLst>
        </pc:spChg>
        <pc:spChg chg="mod">
          <ac:chgData name="Om Mahajan" userId="0a3426acc2b1053c" providerId="LiveId" clId="{8D0C48EC-9AEE-4607-80EA-9884BCA491CD}" dt="2026-01-17T12:37:44.533" v="64" actId="1076"/>
          <ac:spMkLst>
            <pc:docMk/>
            <pc:sldMk cId="538188997" sldId="258"/>
            <ac:spMk id="8" creationId="{8010E8C2-A089-EDA5-A195-4ECBF37E043E}"/>
          </ac:spMkLst>
        </pc:spChg>
        <pc:spChg chg="mod">
          <ac:chgData name="Om Mahajan" userId="0a3426acc2b1053c" providerId="LiveId" clId="{8D0C48EC-9AEE-4607-80EA-9884BCA491CD}" dt="2026-01-17T12:37:44.343" v="63" actId="1076"/>
          <ac:spMkLst>
            <pc:docMk/>
            <pc:sldMk cId="538188997" sldId="258"/>
            <ac:spMk id="12" creationId="{2063EFE6-8F9B-656A-47E4-1B87A9AFAD3F}"/>
          </ac:spMkLst>
        </pc:spChg>
        <pc:spChg chg="mod">
          <ac:chgData name="Om Mahajan" userId="0a3426acc2b1053c" providerId="LiveId" clId="{8D0C48EC-9AEE-4607-80EA-9884BCA491CD}" dt="2026-01-17T12:37:44.777" v="65" actId="1076"/>
          <ac:spMkLst>
            <pc:docMk/>
            <pc:sldMk cId="538188997" sldId="258"/>
            <ac:spMk id="18" creationId="{66CCD540-0052-B39F-B96C-B6A95D124B48}"/>
          </ac:spMkLst>
        </pc:spChg>
      </pc:sldChg>
      <pc:sldChg chg="addSp modSp">
        <pc:chgData name="Om Mahajan" userId="0a3426acc2b1053c" providerId="LiveId" clId="{8D0C48EC-9AEE-4607-80EA-9884BCA491CD}" dt="2026-01-17T12:34:52.420" v="27"/>
        <pc:sldMkLst>
          <pc:docMk/>
          <pc:sldMk cId="2480531741" sldId="259"/>
        </pc:sldMkLst>
        <pc:spChg chg="add mod">
          <ac:chgData name="Om Mahajan" userId="0a3426acc2b1053c" providerId="LiveId" clId="{8D0C48EC-9AEE-4607-80EA-9884BCA491CD}" dt="2026-01-17T12:34:52.420" v="27"/>
          <ac:spMkLst>
            <pc:docMk/>
            <pc:sldMk cId="2480531741" sldId="259"/>
            <ac:spMk id="5" creationId="{A97EA2D5-1868-6B15-829C-78002FE4ABFD}"/>
          </ac:spMkLst>
        </pc:spChg>
      </pc:sldChg>
      <pc:sldChg chg="addSp modSp mod">
        <pc:chgData name="Om Mahajan" userId="0a3426acc2b1053c" providerId="LiveId" clId="{8D0C48EC-9AEE-4607-80EA-9884BCA491CD}" dt="2026-01-17T12:37:44.062" v="62" actId="1076"/>
        <pc:sldMkLst>
          <pc:docMk/>
          <pc:sldMk cId="2116723414" sldId="260"/>
        </pc:sldMkLst>
        <pc:spChg chg="add mod">
          <ac:chgData name="Om Mahajan" userId="0a3426acc2b1053c" providerId="LiveId" clId="{8D0C48EC-9AEE-4607-80EA-9884BCA491CD}" dt="2026-01-17T12:34:54.496" v="28"/>
          <ac:spMkLst>
            <pc:docMk/>
            <pc:sldMk cId="2116723414" sldId="260"/>
            <ac:spMk id="2" creationId="{2C9851B2-34FC-C11E-313E-96414FCE772F}"/>
          </ac:spMkLst>
        </pc:spChg>
        <pc:spChg chg="mod">
          <ac:chgData name="Om Mahajan" userId="0a3426acc2b1053c" providerId="LiveId" clId="{8D0C48EC-9AEE-4607-80EA-9884BCA491CD}" dt="2026-01-17T12:37:43.881" v="61" actId="1076"/>
          <ac:spMkLst>
            <pc:docMk/>
            <pc:sldMk cId="2116723414" sldId="260"/>
            <ac:spMk id="8" creationId="{DBD9B6A4-2CC3-9427-D5E8-8F5A3E1E8711}"/>
          </ac:spMkLst>
        </pc:spChg>
        <pc:spChg chg="mod">
          <ac:chgData name="Om Mahajan" userId="0a3426acc2b1053c" providerId="LiveId" clId="{8D0C48EC-9AEE-4607-80EA-9884BCA491CD}" dt="2026-01-17T12:37:43.700" v="60" actId="1076"/>
          <ac:spMkLst>
            <pc:docMk/>
            <pc:sldMk cId="2116723414" sldId="260"/>
            <ac:spMk id="12" creationId="{16077A57-20C7-9184-8515-0A0E0E5992B5}"/>
          </ac:spMkLst>
        </pc:spChg>
        <pc:spChg chg="mod">
          <ac:chgData name="Om Mahajan" userId="0a3426acc2b1053c" providerId="LiveId" clId="{8D0C48EC-9AEE-4607-80EA-9884BCA491CD}" dt="2026-01-17T12:37:44.062" v="62" actId="1076"/>
          <ac:spMkLst>
            <pc:docMk/>
            <pc:sldMk cId="2116723414" sldId="260"/>
            <ac:spMk id="18" creationId="{CC0016A4-C39B-50CF-2525-B711BE8231BF}"/>
          </ac:spMkLst>
        </pc:spChg>
      </pc:sldChg>
      <pc:sldChg chg="addSp modSp">
        <pc:chgData name="Om Mahajan" userId="0a3426acc2b1053c" providerId="LiveId" clId="{8D0C48EC-9AEE-4607-80EA-9884BCA491CD}" dt="2026-01-17T12:34:56.477" v="29"/>
        <pc:sldMkLst>
          <pc:docMk/>
          <pc:sldMk cId="1855746504" sldId="261"/>
        </pc:sldMkLst>
        <pc:spChg chg="add mod">
          <ac:chgData name="Om Mahajan" userId="0a3426acc2b1053c" providerId="LiveId" clId="{8D0C48EC-9AEE-4607-80EA-9884BCA491CD}" dt="2026-01-17T12:34:56.477" v="29"/>
          <ac:spMkLst>
            <pc:docMk/>
            <pc:sldMk cId="1855746504" sldId="261"/>
            <ac:spMk id="5" creationId="{393FE922-5C16-5089-BF91-BC0C0B721AB6}"/>
          </ac:spMkLst>
        </pc:spChg>
      </pc:sldChg>
      <pc:sldChg chg="addSp modSp mod">
        <pc:chgData name="Om Mahajan" userId="0a3426acc2b1053c" providerId="LiveId" clId="{8D0C48EC-9AEE-4607-80EA-9884BCA491CD}" dt="2026-01-17T12:37:43.509" v="59" actId="1076"/>
        <pc:sldMkLst>
          <pc:docMk/>
          <pc:sldMk cId="1704757593" sldId="262"/>
        </pc:sldMkLst>
        <pc:spChg chg="add mod">
          <ac:chgData name="Om Mahajan" userId="0a3426acc2b1053c" providerId="LiveId" clId="{8D0C48EC-9AEE-4607-80EA-9884BCA491CD}" dt="2026-01-17T12:35:00.651" v="31"/>
          <ac:spMkLst>
            <pc:docMk/>
            <pc:sldMk cId="1704757593" sldId="262"/>
            <ac:spMk id="2" creationId="{6FEFFACD-BE8E-610F-3FAF-997059EEFEE1}"/>
          </ac:spMkLst>
        </pc:spChg>
        <pc:spChg chg="mod">
          <ac:chgData name="Om Mahajan" userId="0a3426acc2b1053c" providerId="LiveId" clId="{8D0C48EC-9AEE-4607-80EA-9884BCA491CD}" dt="2026-01-17T12:37:43.331" v="58" actId="1076"/>
          <ac:spMkLst>
            <pc:docMk/>
            <pc:sldMk cId="1704757593" sldId="262"/>
            <ac:spMk id="8" creationId="{5D8C8234-7391-BC7F-837F-664091DB61A4}"/>
          </ac:spMkLst>
        </pc:spChg>
        <pc:spChg chg="mod">
          <ac:chgData name="Om Mahajan" userId="0a3426acc2b1053c" providerId="LiveId" clId="{8D0C48EC-9AEE-4607-80EA-9884BCA491CD}" dt="2026-01-17T12:37:43.074" v="57" actId="1076"/>
          <ac:spMkLst>
            <pc:docMk/>
            <pc:sldMk cId="1704757593" sldId="262"/>
            <ac:spMk id="12" creationId="{496AA8C2-C193-7D1A-0411-498D32A20406}"/>
          </ac:spMkLst>
        </pc:spChg>
        <pc:spChg chg="mod">
          <ac:chgData name="Om Mahajan" userId="0a3426acc2b1053c" providerId="LiveId" clId="{8D0C48EC-9AEE-4607-80EA-9884BCA491CD}" dt="2026-01-17T12:37:43.509" v="59" actId="1076"/>
          <ac:spMkLst>
            <pc:docMk/>
            <pc:sldMk cId="1704757593" sldId="262"/>
            <ac:spMk id="18" creationId="{9E01987F-E219-81E1-5120-0BC3179EAA79}"/>
          </ac:spMkLst>
        </pc:spChg>
      </pc:sldChg>
      <pc:sldChg chg="addSp modSp">
        <pc:chgData name="Om Mahajan" userId="0a3426acc2b1053c" providerId="LiveId" clId="{8D0C48EC-9AEE-4607-80EA-9884BCA491CD}" dt="2026-01-17T12:34:58.910" v="30"/>
        <pc:sldMkLst>
          <pc:docMk/>
          <pc:sldMk cId="3330540281" sldId="263"/>
        </pc:sldMkLst>
        <pc:spChg chg="add mod">
          <ac:chgData name="Om Mahajan" userId="0a3426acc2b1053c" providerId="LiveId" clId="{8D0C48EC-9AEE-4607-80EA-9884BCA491CD}" dt="2026-01-17T12:34:58.910" v="30"/>
          <ac:spMkLst>
            <pc:docMk/>
            <pc:sldMk cId="3330540281" sldId="263"/>
            <ac:spMk id="5" creationId="{50FC139C-6088-F016-5F78-11B7CED418A5}"/>
          </ac:spMkLst>
        </pc:spChg>
      </pc:sldChg>
      <pc:sldChg chg="addSp modSp mod">
        <pc:chgData name="Om Mahajan" userId="0a3426acc2b1053c" providerId="LiveId" clId="{8D0C48EC-9AEE-4607-80EA-9884BCA491CD}" dt="2026-01-17T12:37:42.355" v="55" actId="1076"/>
        <pc:sldMkLst>
          <pc:docMk/>
          <pc:sldMk cId="1409151849" sldId="264"/>
        </pc:sldMkLst>
        <pc:spChg chg="add mod">
          <ac:chgData name="Om Mahajan" userId="0a3426acc2b1053c" providerId="LiveId" clId="{8D0C48EC-9AEE-4607-80EA-9884BCA491CD}" dt="2026-01-17T12:35:02.689" v="32"/>
          <ac:spMkLst>
            <pc:docMk/>
            <pc:sldMk cId="1409151849" sldId="264"/>
            <ac:spMk id="7" creationId="{96E60F3C-B273-F44E-C9D3-40F8E38008A4}"/>
          </ac:spMkLst>
        </pc:spChg>
        <pc:spChg chg="mod">
          <ac:chgData name="Om Mahajan" userId="0a3426acc2b1053c" providerId="LiveId" clId="{8D0C48EC-9AEE-4607-80EA-9884BCA491CD}" dt="2026-01-17T12:37:40.456" v="54" actId="1076"/>
          <ac:spMkLst>
            <pc:docMk/>
            <pc:sldMk cId="1409151849" sldId="264"/>
            <ac:spMk id="8" creationId="{7526B139-FAA8-703A-1DDC-1E33FCADB9F8}"/>
          </ac:spMkLst>
        </pc:spChg>
        <pc:spChg chg="mod">
          <ac:chgData name="Om Mahajan" userId="0a3426acc2b1053c" providerId="LiveId" clId="{8D0C48EC-9AEE-4607-80EA-9884BCA491CD}" dt="2026-01-17T12:37:40.072" v="53" actId="1076"/>
          <ac:spMkLst>
            <pc:docMk/>
            <pc:sldMk cId="1409151849" sldId="264"/>
            <ac:spMk id="12" creationId="{1131FCAD-5DA3-3B78-B5FE-2E9B71134C58}"/>
          </ac:spMkLst>
        </pc:spChg>
        <pc:spChg chg="mod">
          <ac:chgData name="Om Mahajan" userId="0a3426acc2b1053c" providerId="LiveId" clId="{8D0C48EC-9AEE-4607-80EA-9884BCA491CD}" dt="2026-01-17T12:37:42.355" v="55" actId="1076"/>
          <ac:spMkLst>
            <pc:docMk/>
            <pc:sldMk cId="1409151849" sldId="264"/>
            <ac:spMk id="18" creationId="{0BCDBD3A-D634-34AD-14E4-51880B502733}"/>
          </ac:spMkLst>
        </pc:spChg>
      </pc:sldChg>
      <pc:sldChg chg="addSp modSp">
        <pc:chgData name="Om Mahajan" userId="0a3426acc2b1053c" providerId="LiveId" clId="{8D0C48EC-9AEE-4607-80EA-9884BCA491CD}" dt="2026-01-17T12:35:04.545" v="33"/>
        <pc:sldMkLst>
          <pc:docMk/>
          <pc:sldMk cId="109049992" sldId="265"/>
        </pc:sldMkLst>
        <pc:spChg chg="add mod">
          <ac:chgData name="Om Mahajan" userId="0a3426acc2b1053c" providerId="LiveId" clId="{8D0C48EC-9AEE-4607-80EA-9884BCA491CD}" dt="2026-01-17T12:35:04.545" v="33"/>
          <ac:spMkLst>
            <pc:docMk/>
            <pc:sldMk cId="109049992" sldId="265"/>
            <ac:spMk id="5" creationId="{52403279-9E39-3876-60DC-C8F2041227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763F0-BC2A-43A8-B3DA-9A719735A4A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E1C75-A508-4E20-ADD2-467C8908DC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27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350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8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8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12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46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547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02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1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9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77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9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ED70B-27AB-4FE6-B685-8DC2775DBF02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56CE2-D870-4222-A5CE-6271F70F3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9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3FD8-2ED8-53A4-E273-295B3390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2325B5-EEE4-9A92-10F7-AAC73613A155}"/>
              </a:ext>
            </a:extLst>
          </p:cNvPr>
          <p:cNvSpPr txBox="1"/>
          <p:nvPr/>
        </p:nvSpPr>
        <p:spPr>
          <a:xfrm>
            <a:off x="2202542" y="12192"/>
            <a:ext cx="24529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Experiment –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26B139-FAA8-703A-1DDC-1E33FCADB9F8}"/>
              </a:ext>
            </a:extLst>
          </p:cNvPr>
          <p:cNvSpPr txBox="1"/>
          <p:nvPr/>
        </p:nvSpPr>
        <p:spPr>
          <a:xfrm>
            <a:off x="147029" y="1152951"/>
            <a:ext cx="1759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84BBA-3A80-6C48-2C66-E1326B078120}"/>
              </a:ext>
            </a:extLst>
          </p:cNvPr>
          <p:cNvSpPr txBox="1"/>
          <p:nvPr/>
        </p:nvSpPr>
        <p:spPr>
          <a:xfrm>
            <a:off x="1601062" y="1614616"/>
            <a:ext cx="296876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STEP 1 : Start</a:t>
            </a:r>
            <a:br>
              <a:rPr lang="en-US" sz="2000" dirty="0"/>
            </a:br>
            <a:r>
              <a:rPr lang="en-US" sz="2000" dirty="0"/>
              <a:t>STEP 2 : Input marks</a:t>
            </a:r>
            <a:br>
              <a:rPr lang="en-US" sz="2000" dirty="0"/>
            </a:br>
            <a:r>
              <a:rPr lang="en-US" sz="2000" dirty="0"/>
              <a:t>STEP 3 : Check condition</a:t>
            </a:r>
            <a:br>
              <a:rPr lang="en-US" sz="2000" dirty="0"/>
            </a:br>
            <a:r>
              <a:rPr lang="en-US" sz="2000" dirty="0"/>
              <a:t>        		If marks ≥ 40</a:t>
            </a:r>
            <a:br>
              <a:rPr lang="en-US" sz="2000" dirty="0"/>
            </a:br>
            <a:r>
              <a:rPr lang="en-US" sz="2000" dirty="0"/>
              <a:t>          		Print </a:t>
            </a:r>
            <a:r>
              <a:rPr lang="en-US" dirty="0"/>
              <a:t>"Pass"</a:t>
            </a:r>
            <a:br>
              <a:rPr lang="en-US" sz="2000" dirty="0"/>
            </a:br>
            <a:r>
              <a:rPr lang="en-US" sz="2000" dirty="0"/>
              <a:t>        		Else</a:t>
            </a:r>
            <a:br>
              <a:rPr lang="en-US" sz="2000" dirty="0"/>
            </a:br>
            <a:r>
              <a:rPr lang="en-US" sz="2000" dirty="0"/>
              <a:t>          		Print </a:t>
            </a:r>
            <a:r>
              <a:rPr lang="en-US" dirty="0"/>
              <a:t>"Fail"</a:t>
            </a:r>
            <a:br>
              <a:rPr lang="en-US" sz="2000" dirty="0"/>
            </a:br>
            <a:r>
              <a:rPr lang="en-US" sz="2000" dirty="0"/>
              <a:t>STEP 4 : Stop</a:t>
            </a:r>
            <a:endParaRPr lang="en-I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31FCAD-5DA3-3B78-B5FE-2E9B71134C58}"/>
              </a:ext>
            </a:extLst>
          </p:cNvPr>
          <p:cNvSpPr txBox="1"/>
          <p:nvPr/>
        </p:nvSpPr>
        <p:spPr>
          <a:xfrm>
            <a:off x="57532" y="4206705"/>
            <a:ext cx="1797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Flowchart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AE7071-C1A7-8D82-0C27-CF584EAA5189}"/>
              </a:ext>
            </a:extLst>
          </p:cNvPr>
          <p:cNvSpPr/>
          <p:nvPr/>
        </p:nvSpPr>
        <p:spPr>
          <a:xfrm>
            <a:off x="2731005" y="4518660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4AD5F4-087C-82B8-DA97-EFB3D1B557AB}"/>
              </a:ext>
            </a:extLst>
          </p:cNvPr>
          <p:cNvSpPr/>
          <p:nvPr/>
        </p:nvSpPr>
        <p:spPr>
          <a:xfrm>
            <a:off x="2731005" y="9014424"/>
            <a:ext cx="1381906" cy="71932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CDBD3A-D634-34AD-14E4-51880B502733}"/>
              </a:ext>
            </a:extLst>
          </p:cNvPr>
          <p:cNvSpPr txBox="1"/>
          <p:nvPr/>
        </p:nvSpPr>
        <p:spPr>
          <a:xfrm>
            <a:off x="133473" y="610903"/>
            <a:ext cx="46115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1.1.5 	Student Pass or Fail status</a:t>
            </a:r>
          </a:p>
        </p:txBody>
      </p:sp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01F1921E-D861-B6B2-2963-157B2A04CB3F}"/>
              </a:ext>
            </a:extLst>
          </p:cNvPr>
          <p:cNvSpPr/>
          <p:nvPr/>
        </p:nvSpPr>
        <p:spPr>
          <a:xfrm>
            <a:off x="1797292" y="6498934"/>
            <a:ext cx="3169910" cy="96972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If marks &gt;= 40</a:t>
            </a:r>
          </a:p>
        </p:txBody>
      </p:sp>
      <p:sp>
        <p:nvSpPr>
          <p:cNvPr id="3" name="Flowchart: Data 2">
            <a:extLst>
              <a:ext uri="{FF2B5EF4-FFF2-40B4-BE49-F238E27FC236}">
                <a16:creationId xmlns:a16="http://schemas.microsoft.com/office/drawing/2014/main" id="{CB9F13F5-AA2F-B046-5186-F81494640446}"/>
              </a:ext>
            </a:extLst>
          </p:cNvPr>
          <p:cNvSpPr/>
          <p:nvPr/>
        </p:nvSpPr>
        <p:spPr>
          <a:xfrm>
            <a:off x="1627110" y="5562137"/>
            <a:ext cx="3626699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Input marks</a:t>
            </a:r>
          </a:p>
        </p:txBody>
      </p:sp>
      <p:sp>
        <p:nvSpPr>
          <p:cNvPr id="4" name="Flowchart: Data 3">
            <a:extLst>
              <a:ext uri="{FF2B5EF4-FFF2-40B4-BE49-F238E27FC236}">
                <a16:creationId xmlns:a16="http://schemas.microsoft.com/office/drawing/2014/main" id="{50AB6B93-15BB-C477-1078-5528180E9800}"/>
              </a:ext>
            </a:extLst>
          </p:cNvPr>
          <p:cNvSpPr/>
          <p:nvPr/>
        </p:nvSpPr>
        <p:spPr>
          <a:xfrm>
            <a:off x="133473" y="7877565"/>
            <a:ext cx="2267712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“Pass”</a:t>
            </a:r>
          </a:p>
        </p:txBody>
      </p:sp>
      <p:sp>
        <p:nvSpPr>
          <p:cNvPr id="6" name="Flowchart: Data 5">
            <a:extLst>
              <a:ext uri="{FF2B5EF4-FFF2-40B4-BE49-F238E27FC236}">
                <a16:creationId xmlns:a16="http://schemas.microsoft.com/office/drawing/2014/main" id="{D3E5E569-0380-B2F6-FD24-C1D36604DAD8}"/>
              </a:ext>
            </a:extLst>
          </p:cNvPr>
          <p:cNvSpPr/>
          <p:nvPr/>
        </p:nvSpPr>
        <p:spPr>
          <a:xfrm>
            <a:off x="4112911" y="7901758"/>
            <a:ext cx="2267712" cy="612648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Print “Fail”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E4922DC-68DA-F377-A85A-8A3439E01FB1}"/>
              </a:ext>
            </a:extLst>
          </p:cNvPr>
          <p:cNvCxnSpPr>
            <a:stCxn id="2" idx="3"/>
          </p:cNvCxnSpPr>
          <p:nvPr/>
        </p:nvCxnSpPr>
        <p:spPr>
          <a:xfrm>
            <a:off x="4967202" y="6983798"/>
            <a:ext cx="5070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4D07839-60D8-8D95-6AE5-735E252B4E7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473538" y="6983798"/>
            <a:ext cx="0" cy="917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08D30C-3033-80DD-BCFA-2B917882A484}"/>
              </a:ext>
            </a:extLst>
          </p:cNvPr>
          <p:cNvCxnSpPr/>
          <p:nvPr/>
        </p:nvCxnSpPr>
        <p:spPr>
          <a:xfrm>
            <a:off x="1348198" y="6983798"/>
            <a:ext cx="5070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88FD57-84A4-3F3C-468C-21568F791934}"/>
              </a:ext>
            </a:extLst>
          </p:cNvPr>
          <p:cNvCxnSpPr>
            <a:cxnSpLocks/>
          </p:cNvCxnSpPr>
          <p:nvPr/>
        </p:nvCxnSpPr>
        <p:spPr>
          <a:xfrm>
            <a:off x="1348198" y="6983798"/>
            <a:ext cx="0" cy="917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628631-FF1E-E580-D8E2-2CEB990B9358}"/>
              </a:ext>
            </a:extLst>
          </p:cNvPr>
          <p:cNvCxnSpPr>
            <a:cxnSpLocks/>
          </p:cNvCxnSpPr>
          <p:nvPr/>
        </p:nvCxnSpPr>
        <p:spPr>
          <a:xfrm>
            <a:off x="1348198" y="8490213"/>
            <a:ext cx="0" cy="8937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619BAC5-536F-5AAD-F086-9BC85E420D7B}"/>
              </a:ext>
            </a:extLst>
          </p:cNvPr>
          <p:cNvCxnSpPr>
            <a:cxnSpLocks/>
          </p:cNvCxnSpPr>
          <p:nvPr/>
        </p:nvCxnSpPr>
        <p:spPr>
          <a:xfrm>
            <a:off x="5425752" y="8514406"/>
            <a:ext cx="0" cy="8937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E984274-416E-331E-C463-9BA5D614EC4E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1348198" y="9374088"/>
            <a:ext cx="13828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B113EA1-A024-5F1D-3413-8B656B6438BE}"/>
              </a:ext>
            </a:extLst>
          </p:cNvPr>
          <p:cNvCxnSpPr>
            <a:cxnSpLocks/>
            <a:endCxn id="14" idx="6"/>
          </p:cNvCxnSpPr>
          <p:nvPr/>
        </p:nvCxnSpPr>
        <p:spPr>
          <a:xfrm flipH="1">
            <a:off x="4112911" y="9374088"/>
            <a:ext cx="13128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77F0253-B58E-265F-02DA-3EC958252917}"/>
              </a:ext>
            </a:extLst>
          </p:cNvPr>
          <p:cNvSpPr txBox="1"/>
          <p:nvPr/>
        </p:nvSpPr>
        <p:spPr>
          <a:xfrm>
            <a:off x="757268" y="6718806"/>
            <a:ext cx="527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1DD6C6-B122-2E32-AC21-95358D9B98F1}"/>
              </a:ext>
            </a:extLst>
          </p:cNvPr>
          <p:cNvSpPr txBox="1"/>
          <p:nvPr/>
        </p:nvSpPr>
        <p:spPr>
          <a:xfrm>
            <a:off x="5563306" y="6740186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No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CB0120-F280-7D86-E371-AAF398A8E83D}"/>
              </a:ext>
            </a:extLst>
          </p:cNvPr>
          <p:cNvCxnSpPr>
            <a:cxnSpLocks/>
            <a:stCxn id="13" idx="4"/>
          </p:cNvCxnSpPr>
          <p:nvPr/>
        </p:nvCxnSpPr>
        <p:spPr>
          <a:xfrm>
            <a:off x="3421958" y="5237988"/>
            <a:ext cx="7042" cy="3241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6D1F6A1-BB4F-9D66-F4F0-D2A6CDF27576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3382247" y="6182173"/>
            <a:ext cx="0" cy="316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E60F3C-B273-F44E-C9D3-40F8E38008A4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1409151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55634-559E-D9D6-5618-9EB07088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E66CC7-469A-8BE2-B0CB-A2920FC9EF20}"/>
              </a:ext>
            </a:extLst>
          </p:cNvPr>
          <p:cNvSpPr txBox="1"/>
          <p:nvPr/>
        </p:nvSpPr>
        <p:spPr>
          <a:xfrm>
            <a:off x="170688" y="212001"/>
            <a:ext cx="1191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43A51-7B1D-C646-559D-820019208629}"/>
              </a:ext>
            </a:extLst>
          </p:cNvPr>
          <p:cNvSpPr txBox="1"/>
          <p:nvPr/>
        </p:nvSpPr>
        <p:spPr>
          <a:xfrm>
            <a:off x="1605880" y="442833"/>
            <a:ext cx="46851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marks=int(input())</a:t>
            </a:r>
          </a:p>
          <a:p>
            <a:r>
              <a:rPr lang="en-US" sz="2400" dirty="0"/>
              <a:t>if marks&gt;= 40:</a:t>
            </a:r>
          </a:p>
          <a:p>
            <a:r>
              <a:rPr lang="en-US" sz="2400" dirty="0"/>
              <a:t>print("Pass")</a:t>
            </a:r>
          </a:p>
          <a:p>
            <a:r>
              <a:rPr lang="en-US" sz="2400" dirty="0"/>
              <a:t>else:</a:t>
            </a:r>
          </a:p>
          <a:p>
            <a:r>
              <a:rPr lang="en-US" sz="2400" dirty="0"/>
              <a:t>print("Fail")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098943-7E72-89CA-E3E5-277135E7D18A}"/>
              </a:ext>
            </a:extLst>
          </p:cNvPr>
          <p:cNvSpPr txBox="1"/>
          <p:nvPr/>
        </p:nvSpPr>
        <p:spPr>
          <a:xfrm>
            <a:off x="170688" y="2289286"/>
            <a:ext cx="178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Execution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2DFC60-F0CF-A30F-FE6A-DC553BACE0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185928" y="3375495"/>
            <a:ext cx="6858000" cy="57790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403279-9E39-3876-60DC-C8F204122786}"/>
              </a:ext>
            </a:extLst>
          </p:cNvPr>
          <p:cNvSpPr txBox="1"/>
          <p:nvPr/>
        </p:nvSpPr>
        <p:spPr>
          <a:xfrm>
            <a:off x="4720876" y="89136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PRN : 25070521165</a:t>
            </a:r>
          </a:p>
        </p:txBody>
      </p:sp>
    </p:spTree>
    <p:extLst>
      <p:ext uri="{BB962C8B-B14F-4D97-AF65-F5344CB8AC3E}">
        <p14:creationId xmlns:p14="http://schemas.microsoft.com/office/powerpoint/2010/main" val="109049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109</Words>
  <Application>Microsoft Office PowerPoint</Application>
  <PresentationFormat>A4 Paper (210x297 mm)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Mahajan</dc:creator>
  <cp:lastModifiedBy>Om Mahajan</cp:lastModifiedBy>
  <cp:revision>3</cp:revision>
  <dcterms:created xsi:type="dcterms:W3CDTF">2026-01-17T09:00:12Z</dcterms:created>
  <dcterms:modified xsi:type="dcterms:W3CDTF">2026-01-19T13:08:38Z</dcterms:modified>
</cp:coreProperties>
</file>